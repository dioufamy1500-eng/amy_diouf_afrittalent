
<file path=[Content_Types].xml><?xml version="1.0" encoding="utf-8"?>
<Types xmlns="http://schemas.openxmlformats.org/package/2006/content-types">
  <Default Extension="png" ContentType="image/png"/>
  <Default Extension="jfif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2" r:id="rId1"/>
  </p:sldMasterIdLst>
  <p:notesMasterIdLst>
    <p:notesMasterId r:id="rId18"/>
  </p:notesMasterIdLst>
  <p:sldIdLst>
    <p:sldId id="256" r:id="rId2"/>
    <p:sldId id="258" r:id="rId3"/>
    <p:sldId id="261" r:id="rId4"/>
    <p:sldId id="271" r:id="rId5"/>
    <p:sldId id="270" r:id="rId6"/>
    <p:sldId id="340" r:id="rId7"/>
    <p:sldId id="341" r:id="rId8"/>
    <p:sldId id="260" r:id="rId9"/>
    <p:sldId id="342" r:id="rId10"/>
    <p:sldId id="343" r:id="rId11"/>
    <p:sldId id="262" r:id="rId12"/>
    <p:sldId id="272" r:id="rId13"/>
    <p:sldId id="344" r:id="rId14"/>
    <p:sldId id="345" r:id="rId15"/>
    <p:sldId id="346" r:id="rId16"/>
    <p:sldId id="284" r:id="rId17"/>
  </p:sldIdLst>
  <p:sldSz cx="9144000" cy="5143500" type="screen16x9"/>
  <p:notesSz cx="6858000" cy="9144000"/>
  <p:embeddedFontLst>
    <p:embeddedFont>
      <p:font typeface="Anaheim" panose="020B0604020202020204" charset="0"/>
      <p:regular r:id="rId19"/>
      <p:bold r:id="rId20"/>
    </p:embeddedFont>
    <p:embeddedFont>
      <p:font typeface="Bai Jamjuree" panose="020B0604020202020204" charset="-34"/>
      <p:regular r:id="rId21"/>
      <p:bold r:id="rId22"/>
      <p:italic r:id="rId23"/>
      <p:boldItalic r:id="rId24"/>
    </p:embeddedFont>
    <p:embeddedFont>
      <p:font typeface="Aldrich" panose="020B0604020202020204" charset="0"/>
      <p:regular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464C445-35EA-4C0B-A403-6B762D34E1E9}">
  <a:tblStyle styleId="{8464C445-35EA-4C0B-A403-6B762D34E1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27" autoAdjust="0"/>
    <p:restoredTop sz="94660"/>
  </p:normalViewPr>
  <p:slideViewPr>
    <p:cSldViewPr snapToGrid="0">
      <p:cViewPr>
        <p:scale>
          <a:sx n="75" d="100"/>
          <a:sy n="75" d="100"/>
        </p:scale>
        <p:origin x="120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870741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9" name="Google Shape;258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6836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9" name="Google Shape;2609;g127f379f98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0" name="Google Shape;2610;g127f379f983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296128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13e9dbca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6" name="Google Shape;2696;g13e9dbca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865878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6" name="Google Shape;3036;g13e9dbcaf0c_0_13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7" name="Google Shape;3037;g13e9dbcaf0c_0_13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27006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6" name="Google Shape;3016;g13e9dbcaf0c_0_1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7" name="Google Shape;3017;g13e9dbcaf0c_0_1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0704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5" name="Google Shape;2695;g13e9dbcaf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6" name="Google Shape;2696;g13e9dbcaf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7722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g127f379f98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4" name="Google Shape;2684;g127f379f98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625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g127f379f98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4" name="Google Shape;2684;g127f379f98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69849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g127f379f98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4" name="Google Shape;2684;g127f379f98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10572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3" name="Google Shape;2683;g127f379f983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4" name="Google Shape;2684;g127f379f983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21822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Google Shape;2761;g12948bcd1fb_0_22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2" name="Google Shape;2762;g12948bcd1fb_0_22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31873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Google Shape;3057;g12948bcd1fb_0_22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8" name="Google Shape;3058;g12948bcd1fb_0_22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7894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Google Shape;3057;g12948bcd1fb_0_22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8" name="Google Shape;3058;g12948bcd1fb_0_22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6172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Google Shape;3057;g12948bcd1fb_0_22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8" name="Google Shape;3058;g12948bcd1fb_0_22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54340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7" name="Google Shape;3057;g12948bcd1fb_0_229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8" name="Google Shape;3058;g12948bcd1fb_0_229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87649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g127f379f983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4" name="Google Shape;3524;g127f379f983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630883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248375" y="1541473"/>
            <a:ext cx="6647100" cy="1695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>
                <a:latin typeface="Aldrich"/>
                <a:ea typeface="Aldrich"/>
                <a:cs typeface="Aldrich"/>
                <a:sym typeface="Aldrich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248525" y="3290708"/>
            <a:ext cx="6647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14" name="Google Shape;14;p2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" name="Google Shape;16;p2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17" name="Google Shape;17;p2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2" name="Google Shape;22;p2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1409864" y="-1010428"/>
            <a:ext cx="2019176" cy="2019176"/>
            <a:chOff x="1943325" y="-220375"/>
            <a:chExt cx="1298672" cy="1298672"/>
          </a:xfrm>
        </p:grpSpPr>
        <p:sp>
          <p:nvSpPr>
            <p:cNvPr id="27" name="Google Shape;27;p2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" name="Google Shape;75;p2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76" name="Google Shape;76;p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2"/>
          <p:cNvSpPr/>
          <p:nvPr/>
        </p:nvSpPr>
        <p:spPr>
          <a:xfrm>
            <a:off x="7796285" y="2758125"/>
            <a:ext cx="825452" cy="1673688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"/>
          <p:cNvPicPr preferRelativeResize="0"/>
          <p:nvPr/>
        </p:nvPicPr>
        <p:blipFill rotWithShape="1">
          <a:blip r:embed="rId2">
            <a:alphaModFix amt="60000"/>
          </a:blip>
          <a:srcRect l="40" r="30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1467300" y="2623376"/>
            <a:ext cx="6209400" cy="8418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7" name="Google Shape;97;p3"/>
          <p:cNvSpPr txBox="1">
            <a:spLocks noGrp="1"/>
          </p:cNvSpPr>
          <p:nvPr>
            <p:ph type="title" idx="2" hasCustomPrompt="1"/>
          </p:nvPr>
        </p:nvSpPr>
        <p:spPr>
          <a:xfrm>
            <a:off x="2748300" y="965501"/>
            <a:ext cx="3647400" cy="159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3"/>
          <p:cNvSpPr txBox="1">
            <a:spLocks noGrp="1"/>
          </p:cNvSpPr>
          <p:nvPr>
            <p:ph type="subTitle" idx="1"/>
          </p:nvPr>
        </p:nvSpPr>
        <p:spPr>
          <a:xfrm>
            <a:off x="2181900" y="3792111"/>
            <a:ext cx="4780200" cy="34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 l="229" r="239"/>
          <a:stretch/>
        </p:blipFill>
        <p:spPr>
          <a:xfrm flipH="1">
            <a:off x="-1227634" y="39462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0" name="Google Shape;100;p3"/>
          <p:cNvGrpSpPr/>
          <p:nvPr/>
        </p:nvGrpSpPr>
        <p:grpSpPr>
          <a:xfrm flipH="1">
            <a:off x="8483181" y="4016070"/>
            <a:ext cx="283332" cy="284718"/>
            <a:chOff x="423709" y="3302025"/>
            <a:chExt cx="216416" cy="217475"/>
          </a:xfrm>
        </p:grpSpPr>
        <p:sp>
          <p:nvSpPr>
            <p:cNvPr id="101" name="Google Shape;101;p3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23709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3" name="Google Shape;103;p3"/>
          <p:cNvGrpSpPr/>
          <p:nvPr/>
        </p:nvGrpSpPr>
        <p:grpSpPr>
          <a:xfrm flipH="1">
            <a:off x="8175513" y="140497"/>
            <a:ext cx="2019176" cy="2019176"/>
            <a:chOff x="1943325" y="-220375"/>
            <a:chExt cx="1298672" cy="1298672"/>
          </a:xfrm>
        </p:grpSpPr>
        <p:sp>
          <p:nvSpPr>
            <p:cNvPr id="104" name="Google Shape;104;p3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2" name="Google Shape;152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03499" y="-646075"/>
            <a:ext cx="2527512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3"/>
          <p:cNvGrpSpPr/>
          <p:nvPr/>
        </p:nvGrpSpPr>
        <p:grpSpPr>
          <a:xfrm flipH="1">
            <a:off x="-467701" y="3429220"/>
            <a:ext cx="1965289" cy="517060"/>
            <a:chOff x="3539975" y="3523525"/>
            <a:chExt cx="745925" cy="196250"/>
          </a:xfrm>
        </p:grpSpPr>
        <p:sp>
          <p:nvSpPr>
            <p:cNvPr id="154" name="Google Shape;154;p3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7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7"/>
          <p:cNvSpPr txBox="1">
            <a:spLocks noGrp="1"/>
          </p:cNvSpPr>
          <p:nvPr>
            <p:ph type="body" idx="1"/>
          </p:nvPr>
        </p:nvSpPr>
        <p:spPr>
          <a:xfrm>
            <a:off x="1221000" y="1512026"/>
            <a:ext cx="67020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6" name="Google Shape;296;p7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pic>
        <p:nvPicPr>
          <p:cNvPr id="297" name="Google Shape;297;p7"/>
          <p:cNvPicPr preferRelativeResize="0"/>
          <p:nvPr/>
        </p:nvPicPr>
        <p:blipFill rotWithShape="1">
          <a:blip r:embed="rId3">
            <a:alphaModFix/>
          </a:blip>
          <a:srcRect l="229" r="239"/>
          <a:stretch/>
        </p:blipFill>
        <p:spPr>
          <a:xfrm>
            <a:off x="-303901" y="383000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7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99" name="Google Shape;299;p7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7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1" name="Google Shape;301;p7"/>
          <p:cNvGrpSpPr/>
          <p:nvPr/>
        </p:nvGrpSpPr>
        <p:grpSpPr>
          <a:xfrm>
            <a:off x="357713" y="1210575"/>
            <a:ext cx="357454" cy="956304"/>
            <a:chOff x="357713" y="600975"/>
            <a:chExt cx="357454" cy="956304"/>
          </a:xfrm>
        </p:grpSpPr>
        <p:sp>
          <p:nvSpPr>
            <p:cNvPr id="302" name="Google Shape;302;p7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7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7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7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6" name="Google Shape;306;p7"/>
          <p:cNvGrpSpPr/>
          <p:nvPr/>
        </p:nvGrpSpPr>
        <p:grpSpPr>
          <a:xfrm>
            <a:off x="8209964" y="1045747"/>
            <a:ext cx="2019176" cy="2019176"/>
            <a:chOff x="1943325" y="-220375"/>
            <a:chExt cx="1298672" cy="1298672"/>
          </a:xfrm>
        </p:grpSpPr>
        <p:sp>
          <p:nvSpPr>
            <p:cNvPr id="307" name="Google Shape;307;p7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7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7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7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7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7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7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7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7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7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7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7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7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7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7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7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7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7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7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7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7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7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7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7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7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7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7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7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7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7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7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7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7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7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7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7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7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7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7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7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7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7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7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7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7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7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7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7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" name="Google Shape;355;p7"/>
          <p:cNvGrpSpPr/>
          <p:nvPr/>
        </p:nvGrpSpPr>
        <p:grpSpPr>
          <a:xfrm>
            <a:off x="-1031260" y="2597545"/>
            <a:ext cx="1965289" cy="517060"/>
            <a:chOff x="3539975" y="3523525"/>
            <a:chExt cx="745925" cy="196250"/>
          </a:xfrm>
        </p:grpSpPr>
        <p:sp>
          <p:nvSpPr>
            <p:cNvPr id="356" name="Google Shape;356;p7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7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7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7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7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7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7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7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7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7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7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7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7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7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7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7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2" name="Google Shape;372;p7"/>
          <p:cNvSpPr/>
          <p:nvPr/>
        </p:nvSpPr>
        <p:spPr>
          <a:xfrm>
            <a:off x="2947150" y="425843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p8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 rot="10800000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8"/>
          <p:cNvSpPr txBox="1">
            <a:spLocks noGrp="1"/>
          </p:cNvSpPr>
          <p:nvPr>
            <p:ph type="title"/>
          </p:nvPr>
        </p:nvSpPr>
        <p:spPr>
          <a:xfrm>
            <a:off x="1987800" y="1227877"/>
            <a:ext cx="5168400" cy="2615400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9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376" name="Google Shape;376;p8"/>
          <p:cNvGrpSpPr/>
          <p:nvPr/>
        </p:nvGrpSpPr>
        <p:grpSpPr>
          <a:xfrm rot="-5400000">
            <a:off x="2819427" y="4284163"/>
            <a:ext cx="289170" cy="284718"/>
            <a:chOff x="426000" y="3302025"/>
            <a:chExt cx="220875" cy="217475"/>
          </a:xfrm>
        </p:grpSpPr>
        <p:sp>
          <p:nvSpPr>
            <p:cNvPr id="377" name="Google Shape;377;p8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8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9" name="Google Shape;379;p8"/>
          <p:cNvGrpSpPr/>
          <p:nvPr/>
        </p:nvGrpSpPr>
        <p:grpSpPr>
          <a:xfrm rot="-5400000">
            <a:off x="1014983" y="3948380"/>
            <a:ext cx="357454" cy="956304"/>
            <a:chOff x="357713" y="600975"/>
            <a:chExt cx="357454" cy="956304"/>
          </a:xfrm>
        </p:grpSpPr>
        <p:sp>
          <p:nvSpPr>
            <p:cNvPr id="380" name="Google Shape;380;p8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8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8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8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8"/>
          <p:cNvSpPr/>
          <p:nvPr/>
        </p:nvSpPr>
        <p:spPr>
          <a:xfrm>
            <a:off x="5427233" y="4098668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6" name="Google Shape;386;p9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9"/>
          <p:cNvSpPr txBox="1">
            <a:spLocks noGrp="1"/>
          </p:cNvSpPr>
          <p:nvPr>
            <p:ph type="title"/>
          </p:nvPr>
        </p:nvSpPr>
        <p:spPr>
          <a:xfrm>
            <a:off x="803348" y="1764416"/>
            <a:ext cx="4635900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8" name="Google Shape;388;p9"/>
          <p:cNvSpPr txBox="1">
            <a:spLocks noGrp="1"/>
          </p:cNvSpPr>
          <p:nvPr>
            <p:ph type="subTitle" idx="1"/>
          </p:nvPr>
        </p:nvSpPr>
        <p:spPr>
          <a:xfrm>
            <a:off x="803350" y="2483809"/>
            <a:ext cx="4635900" cy="13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389" name="Google Shape;389;p9"/>
          <p:cNvGrpSpPr/>
          <p:nvPr/>
        </p:nvGrpSpPr>
        <p:grpSpPr>
          <a:xfrm>
            <a:off x="391864" y="4307270"/>
            <a:ext cx="289170" cy="284718"/>
            <a:chOff x="426000" y="3302025"/>
            <a:chExt cx="220875" cy="217475"/>
          </a:xfrm>
        </p:grpSpPr>
        <p:sp>
          <p:nvSpPr>
            <p:cNvPr id="390" name="Google Shape;390;p9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2" name="Google Shape;392;p9"/>
          <p:cNvGrpSpPr/>
          <p:nvPr/>
        </p:nvGrpSpPr>
        <p:grpSpPr>
          <a:xfrm>
            <a:off x="4724908" y="599573"/>
            <a:ext cx="793256" cy="182899"/>
            <a:chOff x="2685575" y="2835950"/>
            <a:chExt cx="433000" cy="99825"/>
          </a:xfrm>
        </p:grpSpPr>
        <p:sp>
          <p:nvSpPr>
            <p:cNvPr id="393" name="Google Shape;393;p9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7" name="Google Shape;397;p9"/>
          <p:cNvGrpSpPr/>
          <p:nvPr/>
        </p:nvGrpSpPr>
        <p:grpSpPr>
          <a:xfrm>
            <a:off x="3091076" y="4281547"/>
            <a:ext cx="2019176" cy="2019176"/>
            <a:chOff x="1943325" y="-220375"/>
            <a:chExt cx="1298672" cy="1298672"/>
          </a:xfrm>
        </p:grpSpPr>
        <p:sp>
          <p:nvSpPr>
            <p:cNvPr id="398" name="Google Shape;398;p9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9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9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9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9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9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9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9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9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9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9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9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9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9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9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9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9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9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9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9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9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9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9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9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9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9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9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9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9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9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9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9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9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9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9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9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9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9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9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9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9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9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9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dk2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9"/>
          <p:cNvGrpSpPr/>
          <p:nvPr/>
        </p:nvGrpSpPr>
        <p:grpSpPr>
          <a:xfrm>
            <a:off x="8513377" y="4281545"/>
            <a:ext cx="1965289" cy="517060"/>
            <a:chOff x="3539975" y="3523525"/>
            <a:chExt cx="745925" cy="196250"/>
          </a:xfrm>
        </p:grpSpPr>
        <p:sp>
          <p:nvSpPr>
            <p:cNvPr id="447" name="Google Shape;447;p9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9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9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Google Shape;450;p9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9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9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9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9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9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9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9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9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9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9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9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9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3" name="Google Shape;463;p9"/>
          <p:cNvSpPr/>
          <p:nvPr/>
        </p:nvSpPr>
        <p:spPr>
          <a:xfrm>
            <a:off x="1765763" y="533623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3"/>
          <p:cNvPicPr preferRelativeResize="0"/>
          <p:nvPr/>
        </p:nvPicPr>
        <p:blipFill rotWithShape="1">
          <a:blip r:embed="rId2">
            <a:alphaModFix amt="60000"/>
          </a:blip>
          <a:srcRect l="40" r="30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3"/>
          <p:cNvSpPr txBox="1">
            <a:spLocks noGrp="1"/>
          </p:cNvSpPr>
          <p:nvPr>
            <p:ph type="title" hasCustomPrompt="1"/>
          </p:nvPr>
        </p:nvSpPr>
        <p:spPr>
          <a:xfrm>
            <a:off x="817925" y="1535078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58" name="Google Shape;558;p13"/>
          <p:cNvSpPr txBox="1">
            <a:spLocks noGrp="1"/>
          </p:cNvSpPr>
          <p:nvPr>
            <p:ph type="subTitle" idx="1"/>
          </p:nvPr>
        </p:nvSpPr>
        <p:spPr>
          <a:xfrm>
            <a:off x="1639675" y="148345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9" name="Google Shape;559;p13"/>
          <p:cNvSpPr txBox="1">
            <a:spLocks noGrp="1"/>
          </p:cNvSpPr>
          <p:nvPr>
            <p:ph type="subTitle" idx="2"/>
          </p:nvPr>
        </p:nvSpPr>
        <p:spPr>
          <a:xfrm>
            <a:off x="1639675" y="183804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0" name="Google Shape;560;p13"/>
          <p:cNvSpPr txBox="1">
            <a:spLocks noGrp="1"/>
          </p:cNvSpPr>
          <p:nvPr>
            <p:ph type="title" idx="3" hasCustomPrompt="1"/>
          </p:nvPr>
        </p:nvSpPr>
        <p:spPr>
          <a:xfrm>
            <a:off x="817925" y="254729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1" name="Google Shape;561;p13"/>
          <p:cNvSpPr txBox="1">
            <a:spLocks noGrp="1"/>
          </p:cNvSpPr>
          <p:nvPr>
            <p:ph type="subTitle" idx="4"/>
          </p:nvPr>
        </p:nvSpPr>
        <p:spPr>
          <a:xfrm>
            <a:off x="1639675" y="2497425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2" name="Google Shape;562;p13"/>
          <p:cNvSpPr txBox="1">
            <a:spLocks noGrp="1"/>
          </p:cNvSpPr>
          <p:nvPr>
            <p:ph type="subTitle" idx="5"/>
          </p:nvPr>
        </p:nvSpPr>
        <p:spPr>
          <a:xfrm>
            <a:off x="1639675" y="2852015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3" name="Google Shape;563;p13"/>
          <p:cNvSpPr txBox="1">
            <a:spLocks noGrp="1"/>
          </p:cNvSpPr>
          <p:nvPr>
            <p:ph type="title" idx="6" hasCustomPrompt="1"/>
          </p:nvPr>
        </p:nvSpPr>
        <p:spPr>
          <a:xfrm>
            <a:off x="817925" y="355951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4" name="Google Shape;564;p13"/>
          <p:cNvSpPr txBox="1">
            <a:spLocks noGrp="1"/>
          </p:cNvSpPr>
          <p:nvPr>
            <p:ph type="subTitle" idx="7"/>
          </p:nvPr>
        </p:nvSpPr>
        <p:spPr>
          <a:xfrm>
            <a:off x="1639675" y="351140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5" name="Google Shape;565;p13"/>
          <p:cNvSpPr txBox="1">
            <a:spLocks noGrp="1"/>
          </p:cNvSpPr>
          <p:nvPr>
            <p:ph type="subTitle" idx="8"/>
          </p:nvPr>
        </p:nvSpPr>
        <p:spPr>
          <a:xfrm>
            <a:off x="1639675" y="386599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6" name="Google Shape;566;p13"/>
          <p:cNvSpPr txBox="1">
            <a:spLocks noGrp="1"/>
          </p:cNvSpPr>
          <p:nvPr>
            <p:ph type="title" idx="9" hasCustomPrompt="1"/>
          </p:nvPr>
        </p:nvSpPr>
        <p:spPr>
          <a:xfrm>
            <a:off x="4707713" y="1535078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67" name="Google Shape;567;p13"/>
          <p:cNvSpPr txBox="1">
            <a:spLocks noGrp="1"/>
          </p:cNvSpPr>
          <p:nvPr>
            <p:ph type="subTitle" idx="13"/>
          </p:nvPr>
        </p:nvSpPr>
        <p:spPr>
          <a:xfrm>
            <a:off x="5529413" y="148345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8" name="Google Shape;568;p13"/>
          <p:cNvSpPr txBox="1">
            <a:spLocks noGrp="1"/>
          </p:cNvSpPr>
          <p:nvPr>
            <p:ph type="subTitle" idx="14"/>
          </p:nvPr>
        </p:nvSpPr>
        <p:spPr>
          <a:xfrm>
            <a:off x="5529413" y="183804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9" name="Google Shape;569;p13"/>
          <p:cNvSpPr txBox="1">
            <a:spLocks noGrp="1"/>
          </p:cNvSpPr>
          <p:nvPr>
            <p:ph type="title" idx="15" hasCustomPrompt="1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70" name="Google Shape;570;p13"/>
          <p:cNvSpPr txBox="1">
            <a:spLocks noGrp="1"/>
          </p:cNvSpPr>
          <p:nvPr>
            <p:ph type="subTitle" idx="16"/>
          </p:nvPr>
        </p:nvSpPr>
        <p:spPr>
          <a:xfrm>
            <a:off x="5529413" y="2497425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13"/>
          <p:cNvSpPr txBox="1">
            <a:spLocks noGrp="1"/>
          </p:cNvSpPr>
          <p:nvPr>
            <p:ph type="subTitle" idx="17"/>
          </p:nvPr>
        </p:nvSpPr>
        <p:spPr>
          <a:xfrm>
            <a:off x="5529413" y="2852015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13"/>
          <p:cNvSpPr txBox="1">
            <a:spLocks noGrp="1"/>
          </p:cNvSpPr>
          <p:nvPr>
            <p:ph type="title" idx="18" hasCustomPrompt="1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23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r>
              <a:t>xx%</a:t>
            </a:r>
          </a:p>
        </p:txBody>
      </p:sp>
      <p:sp>
        <p:nvSpPr>
          <p:cNvPr id="573" name="Google Shape;573;p13"/>
          <p:cNvSpPr txBox="1">
            <a:spLocks noGrp="1"/>
          </p:cNvSpPr>
          <p:nvPr>
            <p:ph type="subTitle" idx="19"/>
          </p:nvPr>
        </p:nvSpPr>
        <p:spPr>
          <a:xfrm>
            <a:off x="5529413" y="3511400"/>
            <a:ext cx="2887200" cy="3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13"/>
          <p:cNvSpPr txBox="1">
            <a:spLocks noGrp="1"/>
          </p:cNvSpPr>
          <p:nvPr>
            <p:ph type="subTitle" idx="20"/>
          </p:nvPr>
        </p:nvSpPr>
        <p:spPr>
          <a:xfrm>
            <a:off x="5529413" y="3865990"/>
            <a:ext cx="2349300" cy="5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5" name="Google Shape;575;p13"/>
          <p:cNvSpPr txBox="1">
            <a:spLocks noGrp="1"/>
          </p:cNvSpPr>
          <p:nvPr>
            <p:ph type="title" idx="21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576" name="Google Shape;576;p13"/>
          <p:cNvGrpSpPr/>
          <p:nvPr/>
        </p:nvGrpSpPr>
        <p:grpSpPr>
          <a:xfrm>
            <a:off x="8246982" y="3524700"/>
            <a:ext cx="1039906" cy="679800"/>
            <a:chOff x="4082325" y="3790650"/>
            <a:chExt cx="1039906" cy="679800"/>
          </a:xfrm>
        </p:grpSpPr>
        <p:sp>
          <p:nvSpPr>
            <p:cNvPr id="577" name="Google Shape;577;p13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Google Shape;578;p13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13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13"/>
          <p:cNvGrpSpPr/>
          <p:nvPr/>
        </p:nvGrpSpPr>
        <p:grpSpPr>
          <a:xfrm>
            <a:off x="-846423" y="4392645"/>
            <a:ext cx="1965289" cy="517060"/>
            <a:chOff x="3539975" y="3523525"/>
            <a:chExt cx="745925" cy="196250"/>
          </a:xfrm>
        </p:grpSpPr>
        <p:sp>
          <p:nvSpPr>
            <p:cNvPr id="581" name="Google Shape;581;p13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13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13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3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13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13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3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13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13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13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13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13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13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13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13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13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7" name="Google Shape;597;p13"/>
          <p:cNvGrpSpPr/>
          <p:nvPr/>
        </p:nvGrpSpPr>
        <p:grpSpPr>
          <a:xfrm flipH="1">
            <a:off x="-3594575" y="-199329"/>
            <a:ext cx="4000413" cy="3175881"/>
            <a:chOff x="5207925" y="-1994879"/>
            <a:chExt cx="4000413" cy="3175881"/>
          </a:xfrm>
        </p:grpSpPr>
        <p:sp>
          <p:nvSpPr>
            <p:cNvPr id="598" name="Google Shape;598;p13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13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13"/>
            <p:cNvSpPr/>
            <p:nvPr/>
          </p:nvSpPr>
          <p:spPr>
            <a:xfrm>
              <a:off x="5207925" y="352772"/>
              <a:ext cx="96613" cy="394888"/>
            </a:xfrm>
            <a:custGeom>
              <a:avLst/>
              <a:gdLst/>
              <a:ahLst/>
              <a:cxnLst/>
              <a:rect l="l" t="t" r="r" b="b"/>
              <a:pathLst>
                <a:path w="2199" h="8988" extrusionOk="0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2_2_1_1_1_1_1">
    <p:spTree>
      <p:nvGrpSpPr>
        <p:cNvPr id="1" name="Shape 1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5" name="Google Shape;1805;p38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806" name="Google Shape;1806;p38"/>
          <p:cNvSpPr txBox="1">
            <a:spLocks noGrp="1"/>
          </p:cNvSpPr>
          <p:nvPr>
            <p:ph type="title"/>
          </p:nvPr>
        </p:nvSpPr>
        <p:spPr>
          <a:xfrm>
            <a:off x="1825050" y="1909850"/>
            <a:ext cx="54939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grpSp>
        <p:nvGrpSpPr>
          <p:cNvPr id="1807" name="Google Shape;1807;p38"/>
          <p:cNvGrpSpPr/>
          <p:nvPr/>
        </p:nvGrpSpPr>
        <p:grpSpPr>
          <a:xfrm>
            <a:off x="1364665" y="639534"/>
            <a:ext cx="1965289" cy="517060"/>
            <a:chOff x="3539975" y="3523525"/>
            <a:chExt cx="745925" cy="196250"/>
          </a:xfrm>
        </p:grpSpPr>
        <p:sp>
          <p:nvSpPr>
            <p:cNvPr id="1808" name="Google Shape;1808;p38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38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38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38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38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38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38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38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38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38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38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38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38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38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38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38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824" name="Google Shape;182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201200" y="3499563"/>
            <a:ext cx="7194375" cy="2062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5" name="Google Shape;1825;p38"/>
          <p:cNvGrpSpPr/>
          <p:nvPr/>
        </p:nvGrpSpPr>
        <p:grpSpPr>
          <a:xfrm>
            <a:off x="8063763" y="2173397"/>
            <a:ext cx="357454" cy="956304"/>
            <a:chOff x="357713" y="600975"/>
            <a:chExt cx="357454" cy="956304"/>
          </a:xfrm>
        </p:grpSpPr>
        <p:sp>
          <p:nvSpPr>
            <p:cNvPr id="1826" name="Google Shape;1826;p38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38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38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38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0" name="Google Shape;1830;p38"/>
          <p:cNvSpPr/>
          <p:nvPr/>
        </p:nvSpPr>
        <p:spPr>
          <a:xfrm flipH="1">
            <a:off x="4294245" y="620913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1" name="Google Shape;1831;p38"/>
          <p:cNvGrpSpPr/>
          <p:nvPr/>
        </p:nvGrpSpPr>
        <p:grpSpPr>
          <a:xfrm rot="-5400000">
            <a:off x="-2779003" y="-1736891"/>
            <a:ext cx="3952129" cy="3175881"/>
            <a:chOff x="5256209" y="-1994879"/>
            <a:chExt cx="3952129" cy="3175881"/>
          </a:xfrm>
        </p:grpSpPr>
        <p:sp>
          <p:nvSpPr>
            <p:cNvPr id="1832" name="Google Shape;1832;p38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3" name="Google Shape;1833;p38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4" name="Google Shape;1834;p38"/>
          <p:cNvSpPr txBox="1">
            <a:spLocks noGrp="1"/>
          </p:cNvSpPr>
          <p:nvPr>
            <p:ph type="subTitle" idx="1"/>
          </p:nvPr>
        </p:nvSpPr>
        <p:spPr>
          <a:xfrm>
            <a:off x="1825050" y="2427700"/>
            <a:ext cx="54939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CUSTOM_2_1_1_1">
    <p:spTree>
      <p:nvGrpSpPr>
        <p:cNvPr id="1" name="Shape 1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4" name="Google Shape;1924;p40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5" name="Google Shape;1925;p40"/>
          <p:cNvSpPr txBox="1">
            <a:spLocks noGrp="1"/>
          </p:cNvSpPr>
          <p:nvPr>
            <p:ph type="title"/>
          </p:nvPr>
        </p:nvSpPr>
        <p:spPr>
          <a:xfrm>
            <a:off x="6119944" y="1739251"/>
            <a:ext cx="2308800" cy="942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900"/>
              <a:buNone/>
              <a:defRPr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  <p:sp>
        <p:nvSpPr>
          <p:cNvPr id="1926" name="Google Shape;1926;p40"/>
          <p:cNvSpPr txBox="1">
            <a:spLocks noGrp="1"/>
          </p:cNvSpPr>
          <p:nvPr>
            <p:ph type="subTitle" idx="1"/>
          </p:nvPr>
        </p:nvSpPr>
        <p:spPr>
          <a:xfrm>
            <a:off x="6119925" y="2841000"/>
            <a:ext cx="2308800" cy="7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927" name="Google Shape;1927;p40"/>
          <p:cNvGrpSpPr/>
          <p:nvPr/>
        </p:nvGrpSpPr>
        <p:grpSpPr>
          <a:xfrm rot="10800000" flipH="1">
            <a:off x="628764" y="4605178"/>
            <a:ext cx="2019176" cy="2019176"/>
            <a:chOff x="1943325" y="-220375"/>
            <a:chExt cx="1298672" cy="1298672"/>
          </a:xfrm>
        </p:grpSpPr>
        <p:sp>
          <p:nvSpPr>
            <p:cNvPr id="1928" name="Google Shape;1928;p40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9" name="Google Shape;1929;p40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0" name="Google Shape;1930;p40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1" name="Google Shape;1931;p40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2" name="Google Shape;1932;p40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3" name="Google Shape;1933;p40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4" name="Google Shape;1934;p40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5" name="Google Shape;1935;p40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6" name="Google Shape;1936;p40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7" name="Google Shape;1937;p40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8" name="Google Shape;1938;p40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9" name="Google Shape;1939;p40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0" name="Google Shape;1940;p40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1" name="Google Shape;1941;p40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40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40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40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40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6" name="Google Shape;1946;p40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7" name="Google Shape;1947;p40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40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40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40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40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2" name="Google Shape;1952;p40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3" name="Google Shape;1953;p40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40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40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6" name="Google Shape;1956;p40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7" name="Google Shape;1957;p40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8" name="Google Shape;1958;p40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40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40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40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40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3" name="Google Shape;1963;p40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4" name="Google Shape;1964;p40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40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40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40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40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40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40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40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40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40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40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40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6" name="Google Shape;1976;p40"/>
          <p:cNvGrpSpPr/>
          <p:nvPr/>
        </p:nvGrpSpPr>
        <p:grpSpPr>
          <a:xfrm rot="10800000" flipH="1">
            <a:off x="6387690" y="3917547"/>
            <a:ext cx="1965289" cy="517060"/>
            <a:chOff x="3539975" y="3523525"/>
            <a:chExt cx="745925" cy="196250"/>
          </a:xfrm>
        </p:grpSpPr>
        <p:sp>
          <p:nvSpPr>
            <p:cNvPr id="1977" name="Google Shape;1977;p40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8" name="Google Shape;1978;p40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9" name="Google Shape;1979;p40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0" name="Google Shape;1980;p40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40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40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40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40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40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40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40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40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40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40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40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40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993" name="Google Shape;1993;p40"/>
          <p:cNvPicPr preferRelativeResize="0"/>
          <p:nvPr/>
        </p:nvPicPr>
        <p:blipFill rotWithShape="1">
          <a:blip r:embed="rId3">
            <a:alphaModFix/>
          </a:blip>
          <a:srcRect t="1770" r="4580" b="-1770"/>
          <a:stretch/>
        </p:blipFill>
        <p:spPr>
          <a:xfrm>
            <a:off x="-319850" y="-1224475"/>
            <a:ext cx="9691050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4" name="Google Shape;1994;p40"/>
          <p:cNvGrpSpPr/>
          <p:nvPr/>
        </p:nvGrpSpPr>
        <p:grpSpPr>
          <a:xfrm rot="5400000" flipH="1">
            <a:off x="1693743" y="359223"/>
            <a:ext cx="357454" cy="956304"/>
            <a:chOff x="357713" y="600975"/>
            <a:chExt cx="357454" cy="956304"/>
          </a:xfrm>
        </p:grpSpPr>
        <p:sp>
          <p:nvSpPr>
            <p:cNvPr id="1995" name="Google Shape;1995;p40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40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40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40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3_1_1_1_1_1_1_1">
    <p:spTree>
      <p:nvGrpSpPr>
        <p:cNvPr id="1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9" name="Google Shape;2379;p49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0" name="Google Shape;2380;p49"/>
          <p:cNvGrpSpPr/>
          <p:nvPr/>
        </p:nvGrpSpPr>
        <p:grpSpPr>
          <a:xfrm rot="-5400000" flipH="1">
            <a:off x="-2692775" y="2018671"/>
            <a:ext cx="4000413" cy="3175881"/>
            <a:chOff x="5207925" y="-1994879"/>
            <a:chExt cx="4000413" cy="3175881"/>
          </a:xfrm>
        </p:grpSpPr>
        <p:sp>
          <p:nvSpPr>
            <p:cNvPr id="2381" name="Google Shape;2381;p49"/>
            <p:cNvSpPr/>
            <p:nvPr/>
          </p:nvSpPr>
          <p:spPr>
            <a:xfrm>
              <a:off x="5256209" y="-1994879"/>
              <a:ext cx="3952129" cy="3103920"/>
            </a:xfrm>
            <a:custGeom>
              <a:avLst/>
              <a:gdLst/>
              <a:ahLst/>
              <a:cxnLst/>
              <a:rect l="l" t="t" r="r" b="b"/>
              <a:pathLst>
                <a:path w="89954" h="70648" fill="none" extrusionOk="0">
                  <a:moveTo>
                    <a:pt x="89954" y="70647"/>
                  </a:moveTo>
                  <a:lnTo>
                    <a:pt x="1" y="70647"/>
                  </a:ln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49"/>
            <p:cNvSpPr/>
            <p:nvPr/>
          </p:nvSpPr>
          <p:spPr>
            <a:xfrm>
              <a:off x="5579917" y="1036061"/>
              <a:ext cx="144942" cy="144942"/>
            </a:xfrm>
            <a:custGeom>
              <a:avLst/>
              <a:gdLst/>
              <a:ahLst/>
              <a:cxnLst/>
              <a:rect l="l" t="t" r="r" b="b"/>
              <a:pathLst>
                <a:path w="3299" h="3299" extrusionOk="0">
                  <a:moveTo>
                    <a:pt x="0" y="1"/>
                  </a:moveTo>
                  <a:lnTo>
                    <a:pt x="0" y="3299"/>
                  </a:lnTo>
                  <a:lnTo>
                    <a:pt x="3298" y="3299"/>
                  </a:lnTo>
                  <a:lnTo>
                    <a:pt x="32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49"/>
            <p:cNvSpPr/>
            <p:nvPr/>
          </p:nvSpPr>
          <p:spPr>
            <a:xfrm>
              <a:off x="5207925" y="352772"/>
              <a:ext cx="96613" cy="394888"/>
            </a:xfrm>
            <a:custGeom>
              <a:avLst/>
              <a:gdLst/>
              <a:ahLst/>
              <a:cxnLst/>
              <a:rect l="l" t="t" r="r" b="b"/>
              <a:pathLst>
                <a:path w="2199" h="8988" extrusionOk="0">
                  <a:moveTo>
                    <a:pt x="0" y="0"/>
                  </a:moveTo>
                  <a:lnTo>
                    <a:pt x="0" y="8988"/>
                  </a:lnTo>
                  <a:lnTo>
                    <a:pt x="2199" y="8988"/>
                  </a:lnTo>
                  <a:lnTo>
                    <a:pt x="219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84" name="Google Shape;2384;p49"/>
          <p:cNvSpPr/>
          <p:nvPr/>
        </p:nvSpPr>
        <p:spPr>
          <a:xfrm>
            <a:off x="8515238" y="322135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5" name="Google Shape;2385;p49"/>
          <p:cNvGrpSpPr/>
          <p:nvPr/>
        </p:nvGrpSpPr>
        <p:grpSpPr>
          <a:xfrm>
            <a:off x="1664883" y="4680673"/>
            <a:ext cx="793256" cy="182899"/>
            <a:chOff x="2685575" y="2835950"/>
            <a:chExt cx="433000" cy="99825"/>
          </a:xfrm>
        </p:grpSpPr>
        <p:sp>
          <p:nvSpPr>
            <p:cNvPr id="2386" name="Google Shape;2386;p49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49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49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49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90" name="Google Shape;2390;p49"/>
          <p:cNvGrpSpPr/>
          <p:nvPr/>
        </p:nvGrpSpPr>
        <p:grpSpPr>
          <a:xfrm>
            <a:off x="3755452" y="4863578"/>
            <a:ext cx="1965289" cy="517060"/>
            <a:chOff x="3539975" y="3523525"/>
            <a:chExt cx="745925" cy="196250"/>
          </a:xfrm>
        </p:grpSpPr>
        <p:sp>
          <p:nvSpPr>
            <p:cNvPr id="2391" name="Google Shape;2391;p49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49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49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49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49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49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49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49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49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49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49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49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49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49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49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49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07" name="Google Shape;2407;p49"/>
          <p:cNvGrpSpPr/>
          <p:nvPr/>
        </p:nvGrpSpPr>
        <p:grpSpPr>
          <a:xfrm>
            <a:off x="8428555" y="1737712"/>
            <a:ext cx="1039906" cy="679800"/>
            <a:chOff x="4082325" y="3790650"/>
            <a:chExt cx="1039906" cy="679800"/>
          </a:xfrm>
        </p:grpSpPr>
        <p:sp>
          <p:nvSpPr>
            <p:cNvPr id="2408" name="Google Shape;2408;p49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49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49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11" name="Google Shape;2411;p49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900"/>
              <a:buNone/>
              <a:defRPr sz="2900"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9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2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0" name="Google Shape;2470;p51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1" name="Google Shape;2471;p51"/>
          <p:cNvPicPr preferRelativeResize="0"/>
          <p:nvPr/>
        </p:nvPicPr>
        <p:blipFill rotWithShape="1">
          <a:blip r:embed="rId3">
            <a:alphaModFix amt="60000"/>
          </a:blip>
          <a:srcRect t="10" b="10"/>
          <a:stretch/>
        </p:blipFill>
        <p:spPr>
          <a:xfrm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2" name="Google Shape;247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67701" y="3755650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3" name="Google Shape;2473;p51"/>
          <p:cNvGrpSpPr/>
          <p:nvPr/>
        </p:nvGrpSpPr>
        <p:grpSpPr>
          <a:xfrm>
            <a:off x="391864" y="3545270"/>
            <a:ext cx="289170" cy="284718"/>
            <a:chOff x="426000" y="3302025"/>
            <a:chExt cx="220875" cy="217475"/>
          </a:xfrm>
        </p:grpSpPr>
        <p:sp>
          <p:nvSpPr>
            <p:cNvPr id="2474" name="Google Shape;2474;p51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51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76" name="Google Shape;2476;p51"/>
          <p:cNvGrpSpPr/>
          <p:nvPr/>
        </p:nvGrpSpPr>
        <p:grpSpPr>
          <a:xfrm>
            <a:off x="357713" y="905775"/>
            <a:ext cx="357454" cy="956304"/>
            <a:chOff x="357713" y="600975"/>
            <a:chExt cx="357454" cy="956304"/>
          </a:xfrm>
        </p:grpSpPr>
        <p:sp>
          <p:nvSpPr>
            <p:cNvPr id="2477" name="Google Shape;2477;p51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51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51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51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1" name="Google Shape;2481;p51"/>
          <p:cNvGrpSpPr/>
          <p:nvPr/>
        </p:nvGrpSpPr>
        <p:grpSpPr>
          <a:xfrm>
            <a:off x="5258308" y="722871"/>
            <a:ext cx="793256" cy="182899"/>
            <a:chOff x="2685575" y="2835950"/>
            <a:chExt cx="433000" cy="99825"/>
          </a:xfrm>
        </p:grpSpPr>
        <p:sp>
          <p:nvSpPr>
            <p:cNvPr id="2482" name="Google Shape;2482;p51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51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51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51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6" name="Google Shape;2486;p51"/>
          <p:cNvGrpSpPr/>
          <p:nvPr/>
        </p:nvGrpSpPr>
        <p:grpSpPr>
          <a:xfrm>
            <a:off x="8366565" y="3429220"/>
            <a:ext cx="1965289" cy="517060"/>
            <a:chOff x="3539975" y="3523525"/>
            <a:chExt cx="745925" cy="196250"/>
          </a:xfrm>
        </p:grpSpPr>
        <p:sp>
          <p:nvSpPr>
            <p:cNvPr id="2487" name="Google Shape;2487;p51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51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9" name="Google Shape;2489;p51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0" name="Google Shape;2490;p51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51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51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51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51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5" name="Google Shape;2495;p51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6" name="Google Shape;2496;p51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51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51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9" name="Google Shape;2499;p51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51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1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1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03" name="Google Shape;2503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64689" y="-8023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1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5" name="Google Shape;2505;p52"/>
          <p:cNvPicPr preferRelativeResize="0"/>
          <p:nvPr/>
        </p:nvPicPr>
        <p:blipFill rotWithShape="1">
          <a:blip r:embed="rId2">
            <a:alphaModFix amt="60000"/>
          </a:blip>
          <a:srcRect t="10" b="10"/>
          <a:stretch/>
        </p:blipFill>
        <p:spPr>
          <a:xfrm rot="10800000" flipH="1">
            <a:off x="0" y="1"/>
            <a:ext cx="9144002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6" name="Google Shape;2506;p52"/>
          <p:cNvPicPr preferRelativeResize="0"/>
          <p:nvPr/>
        </p:nvPicPr>
        <p:blipFill rotWithShape="1">
          <a:blip r:embed="rId3">
            <a:alphaModFix/>
          </a:blip>
          <a:srcRect l="229" r="239"/>
          <a:stretch/>
        </p:blipFill>
        <p:spPr>
          <a:xfrm flipH="1">
            <a:off x="-9" y="4016075"/>
            <a:ext cx="9353213" cy="26812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07" name="Google Shape;2507;p52"/>
          <p:cNvGrpSpPr/>
          <p:nvPr/>
        </p:nvGrpSpPr>
        <p:grpSpPr>
          <a:xfrm flipH="1">
            <a:off x="8483181" y="4016070"/>
            <a:ext cx="283332" cy="284718"/>
            <a:chOff x="423709" y="3302025"/>
            <a:chExt cx="216416" cy="217475"/>
          </a:xfrm>
        </p:grpSpPr>
        <p:sp>
          <p:nvSpPr>
            <p:cNvPr id="2508" name="Google Shape;2508;p52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2"/>
            <p:cNvSpPr/>
            <p:nvPr/>
          </p:nvSpPr>
          <p:spPr>
            <a:xfrm>
              <a:off x="423709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0" name="Google Shape;2510;p52"/>
          <p:cNvGrpSpPr/>
          <p:nvPr/>
        </p:nvGrpSpPr>
        <p:grpSpPr>
          <a:xfrm flipH="1">
            <a:off x="8175513" y="140497"/>
            <a:ext cx="2019176" cy="2019176"/>
            <a:chOff x="1943325" y="-220375"/>
            <a:chExt cx="1298672" cy="1298672"/>
          </a:xfrm>
        </p:grpSpPr>
        <p:sp>
          <p:nvSpPr>
            <p:cNvPr id="2511" name="Google Shape;2511;p52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2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2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2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2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2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2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8" name="Google Shape;2518;p52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9" name="Google Shape;2519;p52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2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2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2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52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52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52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2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52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52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52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52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52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52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52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52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52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52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52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52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52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52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2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52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52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52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52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52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52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52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52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52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52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52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2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52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52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52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52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52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9" name="Google Shape;2559;p52"/>
          <p:cNvGrpSpPr/>
          <p:nvPr/>
        </p:nvGrpSpPr>
        <p:grpSpPr>
          <a:xfrm flipH="1">
            <a:off x="-467701" y="3429220"/>
            <a:ext cx="1965289" cy="517060"/>
            <a:chOff x="3539975" y="3523525"/>
            <a:chExt cx="745925" cy="196250"/>
          </a:xfrm>
        </p:grpSpPr>
        <p:sp>
          <p:nvSpPr>
            <p:cNvPr id="2560" name="Google Shape;2560;p52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52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52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52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52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52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52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52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52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52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52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52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52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52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52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52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576" name="Google Shape;2576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-403499" y="-646075"/>
            <a:ext cx="2527512" cy="26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4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550" y="1152475"/>
            <a:ext cx="7713000" cy="3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●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○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Char char="■"/>
              <a:defRPr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8" r:id="rId6"/>
    <p:sldLayoutId id="2147483659" r:id="rId7"/>
    <p:sldLayoutId id="2147483684" r:id="rId8"/>
    <p:sldLayoutId id="2147483686" r:id="rId9"/>
    <p:sldLayoutId id="2147483695" r:id="rId10"/>
    <p:sldLayoutId id="2147483697" r:id="rId11"/>
    <p:sldLayoutId id="2147483698" r:id="rId12"/>
  </p:sldLayoutIdLst>
  <mc:AlternateContent xmlns:mc="http://schemas.openxmlformats.org/markup-compatibility/2006" xmlns:p14="http://schemas.microsoft.com/office/powerpoint/2010/main">
    <mc:Choice Requires="p14">
      <p:transition spd="med" p14:dur="6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oufamy1500-eng.github.io/Amy_Diouf_AfritTalent/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jfif"/><Relationship Id="rId4" Type="http://schemas.openxmlformats.org/officeDocument/2006/relationships/image" Target="../media/image17.jf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dioufamy1500-eng.github.io/Amy_Diouf_AfritTalent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1" name="Google Shape;2591;p58"/>
          <p:cNvSpPr txBox="1">
            <a:spLocks noGrp="1"/>
          </p:cNvSpPr>
          <p:nvPr>
            <p:ph type="ctrTitle"/>
          </p:nvPr>
        </p:nvSpPr>
        <p:spPr>
          <a:xfrm>
            <a:off x="1248375" y="1541472"/>
            <a:ext cx="6647100" cy="1724241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sz="5800" dirty="0" smtClean="0">
                <a:latin typeface="+mj-lt"/>
              </a:rPr>
              <a:t>AFRITALENT</a:t>
            </a:r>
            <a:endParaRPr sz="5050" dirty="0">
              <a:solidFill>
                <a:schemeClr val="dk2"/>
              </a:solidFill>
              <a:latin typeface="+mj-lt"/>
            </a:endParaRPr>
          </a:p>
        </p:txBody>
      </p:sp>
      <p:sp>
        <p:nvSpPr>
          <p:cNvPr id="2592" name="Google Shape;2592;p58"/>
          <p:cNvSpPr txBox="1">
            <a:spLocks noGrp="1"/>
          </p:cNvSpPr>
          <p:nvPr>
            <p:ph type="subTitle" idx="1"/>
          </p:nvPr>
        </p:nvSpPr>
        <p:spPr>
          <a:xfrm>
            <a:off x="276625" y="2916871"/>
            <a:ext cx="8867375" cy="378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>
              <a:buClr>
                <a:schemeClr val="dk1"/>
              </a:buClr>
              <a:buSzPts val="1100"/>
            </a:pPr>
            <a:r>
              <a:rPr lang="fr-FR" sz="2800" b="1" dirty="0" smtClean="0">
                <a:solidFill>
                  <a:schemeClr val="bg2"/>
                </a:solidFill>
                <a:latin typeface="+mj-lt"/>
              </a:rPr>
              <a:t>Le Plateforme </a:t>
            </a:r>
            <a:r>
              <a:rPr lang="fr-FR" sz="2800" b="1" dirty="0">
                <a:solidFill>
                  <a:schemeClr val="bg2"/>
                </a:solidFill>
                <a:latin typeface="+mj-lt"/>
              </a:rPr>
              <a:t>de connexion talents </a:t>
            </a:r>
            <a:r>
              <a:rPr lang="fr-FR" sz="2800" b="1" dirty="0" err="1">
                <a:solidFill>
                  <a:schemeClr val="bg2"/>
                </a:solidFill>
                <a:latin typeface="+mj-lt"/>
              </a:rPr>
              <a:t>t</a:t>
            </a:r>
            <a:r>
              <a:rPr lang="fr-FR" sz="2800" b="1" dirty="0" err="1" smtClean="0">
                <a:solidFill>
                  <a:schemeClr val="bg2"/>
                </a:solidFill>
                <a:latin typeface="+mj-lt"/>
              </a:rPr>
              <a:t>ech</a:t>
            </a:r>
            <a:r>
              <a:rPr lang="fr-FR" sz="2800" b="1" dirty="0" smtClean="0">
                <a:solidFill>
                  <a:schemeClr val="bg2"/>
                </a:solidFill>
                <a:latin typeface="+mj-lt"/>
              </a:rPr>
              <a:t> </a:t>
            </a:r>
            <a:r>
              <a:rPr lang="fr-FR" sz="2800" b="1" dirty="0">
                <a:solidFill>
                  <a:schemeClr val="bg2"/>
                </a:solidFill>
                <a:latin typeface="+mj-lt"/>
              </a:rPr>
              <a:t>africains</a:t>
            </a:r>
          </a:p>
        </p:txBody>
      </p:sp>
      <p:sp>
        <p:nvSpPr>
          <p:cNvPr id="2593" name="Google Shape;2593;p58"/>
          <p:cNvSpPr/>
          <p:nvPr/>
        </p:nvSpPr>
        <p:spPr>
          <a:xfrm>
            <a:off x="715550" y="239173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94" name="Google Shape;2594;p58"/>
          <p:cNvCxnSpPr/>
          <p:nvPr/>
        </p:nvCxnSpPr>
        <p:spPr>
          <a:xfrm>
            <a:off x="2236054" y="2543415"/>
            <a:ext cx="4510528" cy="3842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Rectangle 3"/>
          <p:cNvSpPr/>
          <p:nvPr/>
        </p:nvSpPr>
        <p:spPr>
          <a:xfrm>
            <a:off x="6852561" y="4487223"/>
            <a:ext cx="20858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SN" dirty="0" smtClean="0">
                <a:solidFill>
                  <a:schemeClr val="bg1"/>
                </a:solidFill>
              </a:rPr>
              <a:t>Présenté par Amy Diouf</a:t>
            </a:r>
            <a:endParaRPr lang="fr-FR" dirty="0">
              <a:solidFill>
                <a:schemeClr val="bg1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786" y="98885"/>
            <a:ext cx="1167972" cy="850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Google Shape;2612;p60"/>
          <p:cNvSpPr/>
          <p:nvPr/>
        </p:nvSpPr>
        <p:spPr>
          <a:xfrm>
            <a:off x="951017" y="364212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3" name="Google Shape;2613;p60"/>
          <p:cNvSpPr/>
          <p:nvPr/>
        </p:nvSpPr>
        <p:spPr>
          <a:xfrm>
            <a:off x="4840804" y="3642122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4" name="Google Shape;2614;p60"/>
          <p:cNvSpPr/>
          <p:nvPr/>
        </p:nvSpPr>
        <p:spPr>
          <a:xfrm>
            <a:off x="4840804" y="2617251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5" name="Google Shape;2615;p60"/>
          <p:cNvSpPr/>
          <p:nvPr/>
        </p:nvSpPr>
        <p:spPr>
          <a:xfrm>
            <a:off x="951017" y="2631976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6" name="Google Shape;2616;p60"/>
          <p:cNvSpPr/>
          <p:nvPr/>
        </p:nvSpPr>
        <p:spPr>
          <a:xfrm>
            <a:off x="4840804" y="161328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7" name="Google Shape;2617;p60"/>
          <p:cNvSpPr/>
          <p:nvPr/>
        </p:nvSpPr>
        <p:spPr>
          <a:xfrm>
            <a:off x="951017" y="161328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8" name="Google Shape;2618;p60"/>
          <p:cNvSpPr txBox="1">
            <a:spLocks noGrp="1"/>
          </p:cNvSpPr>
          <p:nvPr>
            <p:ph type="title" idx="21"/>
          </p:nvPr>
        </p:nvSpPr>
        <p:spPr>
          <a:xfrm>
            <a:off x="715500" y="538250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j-lt"/>
              </a:rPr>
              <a:t>Sommaire</a:t>
            </a:r>
            <a:endParaRPr dirty="0">
              <a:latin typeface="+mj-lt"/>
            </a:endParaRPr>
          </a:p>
        </p:txBody>
      </p:sp>
      <p:sp>
        <p:nvSpPr>
          <p:cNvPr id="2619" name="Google Shape;2619;p60"/>
          <p:cNvSpPr txBox="1">
            <a:spLocks noGrp="1"/>
          </p:cNvSpPr>
          <p:nvPr>
            <p:ph type="title"/>
          </p:nvPr>
        </p:nvSpPr>
        <p:spPr>
          <a:xfrm>
            <a:off x="817925" y="1535078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+mj-lt"/>
              </a:rPr>
              <a:t>01</a:t>
            </a:r>
            <a:endParaRPr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2620" name="Google Shape;2620;p60"/>
          <p:cNvSpPr txBox="1">
            <a:spLocks noGrp="1"/>
          </p:cNvSpPr>
          <p:nvPr>
            <p:ph type="subTitle" idx="1"/>
          </p:nvPr>
        </p:nvSpPr>
        <p:spPr>
          <a:xfrm>
            <a:off x="1506534" y="1591404"/>
            <a:ext cx="3334220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 smtClean="0">
                <a:latin typeface="+mj-lt"/>
              </a:rPr>
              <a:t>Presentation du projet</a:t>
            </a:r>
            <a:endParaRPr dirty="0">
              <a:latin typeface="+mj-lt"/>
            </a:endParaRPr>
          </a:p>
        </p:txBody>
      </p:sp>
      <p:sp>
        <p:nvSpPr>
          <p:cNvPr id="2622" name="Google Shape;2622;p60"/>
          <p:cNvSpPr txBox="1">
            <a:spLocks noGrp="1"/>
          </p:cNvSpPr>
          <p:nvPr>
            <p:ph type="title" idx="3"/>
          </p:nvPr>
        </p:nvSpPr>
        <p:spPr>
          <a:xfrm>
            <a:off x="817925" y="254729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+mj-lt"/>
              </a:rPr>
              <a:t>02</a:t>
            </a:r>
            <a:endParaRPr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2623" name="Google Shape;2623;p60"/>
          <p:cNvSpPr txBox="1">
            <a:spLocks noGrp="1"/>
          </p:cNvSpPr>
          <p:nvPr>
            <p:ph type="subTitle" idx="4"/>
          </p:nvPr>
        </p:nvSpPr>
        <p:spPr>
          <a:xfrm>
            <a:off x="1381537" y="2652714"/>
            <a:ext cx="2887200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fr-FR" dirty="0">
                <a:latin typeface="+mj-lt"/>
              </a:rPr>
              <a:t>Choix de design</a:t>
            </a:r>
          </a:p>
        </p:txBody>
      </p:sp>
      <p:sp>
        <p:nvSpPr>
          <p:cNvPr id="2625" name="Google Shape;2625;p60"/>
          <p:cNvSpPr txBox="1">
            <a:spLocks noGrp="1"/>
          </p:cNvSpPr>
          <p:nvPr>
            <p:ph type="title" idx="6"/>
          </p:nvPr>
        </p:nvSpPr>
        <p:spPr>
          <a:xfrm>
            <a:off x="817925" y="355951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+mj-lt"/>
              </a:rPr>
              <a:t>03</a:t>
            </a:r>
            <a:endParaRPr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2626" name="Google Shape;2626;p60"/>
          <p:cNvSpPr txBox="1">
            <a:spLocks noGrp="1"/>
          </p:cNvSpPr>
          <p:nvPr>
            <p:ph type="subTitle" idx="7"/>
          </p:nvPr>
        </p:nvSpPr>
        <p:spPr>
          <a:xfrm>
            <a:off x="1602541" y="3664935"/>
            <a:ext cx="3009165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</a:pPr>
            <a:r>
              <a:rPr lang="fr-FR" dirty="0">
                <a:latin typeface="+mj-lt"/>
              </a:rPr>
              <a:t>Architecture du site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2628" name="Google Shape;2628;p60"/>
          <p:cNvSpPr txBox="1">
            <a:spLocks noGrp="1"/>
          </p:cNvSpPr>
          <p:nvPr>
            <p:ph type="title" idx="9"/>
          </p:nvPr>
        </p:nvSpPr>
        <p:spPr>
          <a:xfrm>
            <a:off x="4707713" y="1535078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+mj-lt"/>
              </a:rPr>
              <a:t>04</a:t>
            </a:r>
            <a:endParaRPr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2629" name="Google Shape;2629;p60"/>
          <p:cNvSpPr txBox="1">
            <a:spLocks noGrp="1"/>
          </p:cNvSpPr>
          <p:nvPr>
            <p:ph type="subTitle" idx="13"/>
          </p:nvPr>
        </p:nvSpPr>
        <p:spPr>
          <a:xfrm>
            <a:off x="5297964" y="1661817"/>
            <a:ext cx="2887200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fr-FR" dirty="0">
                <a:latin typeface="+mj-lt"/>
              </a:rPr>
              <a:t>Points techniques</a:t>
            </a:r>
          </a:p>
        </p:txBody>
      </p:sp>
      <p:sp>
        <p:nvSpPr>
          <p:cNvPr id="2631" name="Google Shape;2631;p60"/>
          <p:cNvSpPr txBox="1">
            <a:spLocks noGrp="1"/>
          </p:cNvSpPr>
          <p:nvPr>
            <p:ph type="title" idx="15"/>
          </p:nvPr>
        </p:nvSpPr>
        <p:spPr>
          <a:xfrm>
            <a:off x="4707713" y="254729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05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2632" name="Google Shape;2632;p60"/>
          <p:cNvSpPr txBox="1">
            <a:spLocks noGrp="1"/>
          </p:cNvSpPr>
          <p:nvPr>
            <p:ph type="subTitle" idx="16"/>
          </p:nvPr>
        </p:nvSpPr>
        <p:spPr>
          <a:xfrm>
            <a:off x="5345103" y="2648320"/>
            <a:ext cx="3201178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fr-FR" dirty="0" err="1">
                <a:latin typeface="+mj-lt"/>
              </a:rPr>
              <a:t>GitHub</a:t>
            </a:r>
            <a:r>
              <a:rPr lang="fr-FR" dirty="0">
                <a:latin typeface="+mj-lt"/>
              </a:rPr>
              <a:t> &amp; </a:t>
            </a:r>
            <a:r>
              <a:rPr lang="fr-FR" dirty="0" err="1">
                <a:latin typeface="+mj-lt"/>
              </a:rPr>
              <a:t>versionning</a:t>
            </a:r>
            <a:endParaRPr lang="fr-FR" dirty="0">
              <a:latin typeface="+mj-lt"/>
            </a:endParaRPr>
          </a:p>
        </p:txBody>
      </p:sp>
      <p:sp>
        <p:nvSpPr>
          <p:cNvPr id="2634" name="Google Shape;2634;p60"/>
          <p:cNvSpPr txBox="1">
            <a:spLocks noGrp="1"/>
          </p:cNvSpPr>
          <p:nvPr>
            <p:ph type="title" idx="18"/>
          </p:nvPr>
        </p:nvSpPr>
        <p:spPr>
          <a:xfrm>
            <a:off x="4707713" y="3559519"/>
            <a:ext cx="821700" cy="554400"/>
          </a:xfrm>
          <a:prstGeom prst="rect">
            <a:avLst/>
          </a:prstGeom>
        </p:spPr>
        <p:txBody>
          <a:bodyPr spcFirstLastPara="1" wrap="square" lIns="91425" tIns="18287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dk1"/>
                </a:solidFill>
                <a:latin typeface="+mj-lt"/>
              </a:rPr>
              <a:t>06</a:t>
            </a:r>
            <a:endParaRPr dirty="0">
              <a:solidFill>
                <a:schemeClr val="dk1"/>
              </a:solidFill>
              <a:latin typeface="+mj-lt"/>
            </a:endParaRPr>
          </a:p>
        </p:txBody>
      </p:sp>
      <p:sp>
        <p:nvSpPr>
          <p:cNvPr id="2635" name="Google Shape;2635;p60"/>
          <p:cNvSpPr txBox="1">
            <a:spLocks noGrp="1"/>
          </p:cNvSpPr>
          <p:nvPr>
            <p:ph type="subTitle" idx="19"/>
          </p:nvPr>
        </p:nvSpPr>
        <p:spPr>
          <a:xfrm>
            <a:off x="5345103" y="3741969"/>
            <a:ext cx="3518580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fr-FR" dirty="0" smtClean="0">
                <a:latin typeface="+mj-lt"/>
              </a:rPr>
              <a:t>Difficultés et solutions</a:t>
            </a:r>
          </a:p>
          <a:p>
            <a:r>
              <a:rPr lang="fr-FR" dirty="0"/>
              <a:t/>
            </a:r>
            <a:br>
              <a:rPr lang="fr-FR" dirty="0"/>
            </a:br>
            <a:endParaRPr dirty="0"/>
          </a:p>
        </p:txBody>
      </p:sp>
      <p:grpSp>
        <p:nvGrpSpPr>
          <p:cNvPr id="2637" name="Google Shape;2637;p60"/>
          <p:cNvGrpSpPr/>
          <p:nvPr/>
        </p:nvGrpSpPr>
        <p:grpSpPr>
          <a:xfrm>
            <a:off x="7391908" y="722871"/>
            <a:ext cx="793256" cy="182899"/>
            <a:chOff x="2685575" y="2835950"/>
            <a:chExt cx="433000" cy="99825"/>
          </a:xfrm>
        </p:grpSpPr>
        <p:sp>
          <p:nvSpPr>
            <p:cNvPr id="2638" name="Google Shape;2638;p60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9" name="Google Shape;2639;p60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0" name="Google Shape;2640;p60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1" name="Google Shape;2641;p60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42" name="Google Shape;2642;p60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3" name="Google Shape;2643;p60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4" name="Google Shape;2644;p60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5" name="Google Shape;2645;p60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6" name="Google Shape;2646;p60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613;p60"/>
          <p:cNvSpPr/>
          <p:nvPr/>
        </p:nvSpPr>
        <p:spPr>
          <a:xfrm>
            <a:off x="2727832" y="4305624"/>
            <a:ext cx="577151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" sz="2300" b="1" dirty="0" smtClean="0">
                <a:solidFill>
                  <a:schemeClr val="dk1"/>
                </a:solidFill>
                <a:latin typeface="Aldrich" panose="020B0604020202020204" charset="0"/>
              </a:rPr>
              <a:t>07</a:t>
            </a:r>
            <a:endParaRPr lang="en" sz="2300" b="1" dirty="0">
              <a:solidFill>
                <a:schemeClr val="dk1"/>
              </a:solidFill>
              <a:latin typeface="Aldrich" panose="020B0604020202020204" charset="0"/>
            </a:endParaRPr>
          </a:p>
        </p:txBody>
      </p:sp>
      <p:sp>
        <p:nvSpPr>
          <p:cNvPr id="44" name="Google Shape;2626;p60"/>
          <p:cNvSpPr txBox="1">
            <a:spLocks noGrp="1"/>
          </p:cNvSpPr>
          <p:nvPr>
            <p:ph type="subTitle" idx="7"/>
          </p:nvPr>
        </p:nvSpPr>
        <p:spPr>
          <a:xfrm>
            <a:off x="3391983" y="4382239"/>
            <a:ext cx="3009165" cy="354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</a:pPr>
            <a:r>
              <a:rPr lang="fr-SN" dirty="0" smtClean="0"/>
              <a:t>Ressources</a:t>
            </a:r>
            <a:endParaRPr lang="fr-FR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/>
                                        <p:tgtEl>
                                          <p:spTgt spid="26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/>
                                        <p:tgtEl>
                                          <p:spTgt spid="26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/>
                                        <p:tgtEl>
                                          <p:spTgt spid="2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2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/>
                                        <p:tgtEl>
                                          <p:spTgt spid="2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/>
                                        <p:tgtEl>
                                          <p:spTgt spid="2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2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/>
                                        <p:tgtEl>
                                          <p:spTgt spid="2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/>
                                        <p:tgtEl>
                                          <p:spTgt spid="2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2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/>
                                        <p:tgtEl>
                                          <p:spTgt spid="2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/>
                                        <p:tgtEl>
                                          <p:spTgt spid="2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2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/>
                                        <p:tgtEl>
                                          <p:spTgt spid="2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2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2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2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63"/>
          <p:cNvSpPr txBox="1">
            <a:spLocks noGrp="1"/>
          </p:cNvSpPr>
          <p:nvPr>
            <p:ph type="title"/>
          </p:nvPr>
        </p:nvSpPr>
        <p:spPr>
          <a:xfrm>
            <a:off x="1675592" y="872227"/>
            <a:ext cx="54939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fr-FR" b="1" dirty="0">
                <a:latin typeface="+mj-lt"/>
              </a:rPr>
              <a:t>Contexte </a:t>
            </a:r>
            <a:endParaRPr dirty="0">
              <a:latin typeface="+mj-lt"/>
            </a:endParaRPr>
          </a:p>
        </p:txBody>
      </p:sp>
      <p:grpSp>
        <p:nvGrpSpPr>
          <p:cNvPr id="2699" name="Google Shape;2699;p63"/>
          <p:cNvGrpSpPr/>
          <p:nvPr/>
        </p:nvGrpSpPr>
        <p:grpSpPr>
          <a:xfrm>
            <a:off x="5268783" y="-1501970"/>
            <a:ext cx="2795003" cy="2795003"/>
            <a:chOff x="1943325" y="-220375"/>
            <a:chExt cx="1298672" cy="1298672"/>
          </a:xfrm>
        </p:grpSpPr>
        <p:sp>
          <p:nvSpPr>
            <p:cNvPr id="2700" name="Google Shape;2700;p63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63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63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63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63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63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63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63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63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63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63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63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63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63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63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63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63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63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63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63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63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63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63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63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63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63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63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63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63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63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63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63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63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63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63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63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63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63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63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63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63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63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63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63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63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63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63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63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8" name="Google Shape;2748;p63"/>
          <p:cNvSpPr/>
          <p:nvPr/>
        </p:nvSpPr>
        <p:spPr>
          <a:xfrm rot="10800000" flipH="1">
            <a:off x="873954" y="2003240"/>
            <a:ext cx="639486" cy="1296623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9" name="Google Shape;2749;p63"/>
          <p:cNvGrpSpPr/>
          <p:nvPr/>
        </p:nvGrpSpPr>
        <p:grpSpPr>
          <a:xfrm flipH="1">
            <a:off x="6977175" y="3697061"/>
            <a:ext cx="793256" cy="182899"/>
            <a:chOff x="2685575" y="2835950"/>
            <a:chExt cx="433000" cy="99825"/>
          </a:xfrm>
        </p:grpSpPr>
        <p:sp>
          <p:nvSpPr>
            <p:cNvPr id="2750" name="Google Shape;2750;p63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63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63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63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4" name="Google Shape;2754;p63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5" name="Google Shape;2755;p63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6" name="Google Shape;2756;p63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7" name="Google Shape;2757;p63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8" name="Google Shape;2758;p63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9" name="Google Shape;2759;p63"/>
          <p:cNvSpPr txBox="1">
            <a:spLocks noGrp="1"/>
          </p:cNvSpPr>
          <p:nvPr>
            <p:ph type="subTitle" idx="1"/>
          </p:nvPr>
        </p:nvSpPr>
        <p:spPr>
          <a:xfrm>
            <a:off x="2288875" y="1442110"/>
            <a:ext cx="5323409" cy="8602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Aft>
                <a:spcPts val="1200"/>
              </a:spcAft>
            </a:pPr>
            <a:r>
              <a:rPr lang="fr-FR" sz="2000" b="1" dirty="0">
                <a:latin typeface="+mj-lt"/>
              </a:rPr>
              <a:t>Constat</a:t>
            </a:r>
            <a:r>
              <a:rPr lang="fr-FR" dirty="0">
                <a:latin typeface="+mj-lt"/>
              </a:rPr>
              <a:t> : Freelances </a:t>
            </a:r>
            <a:r>
              <a:rPr lang="fr-FR" dirty="0" err="1">
                <a:latin typeface="+mj-lt"/>
              </a:rPr>
              <a:t>tech</a:t>
            </a:r>
            <a:r>
              <a:rPr lang="fr-FR" dirty="0">
                <a:latin typeface="+mj-lt"/>
              </a:rPr>
              <a:t> africains sous-valorisés sur les plateformes </a:t>
            </a:r>
            <a:r>
              <a:rPr lang="fr-FR" dirty="0" smtClean="0">
                <a:latin typeface="+mj-lt"/>
              </a:rPr>
              <a:t>internationales</a:t>
            </a:r>
            <a:endParaRPr lang="fr-FR" dirty="0">
              <a:latin typeface="+mj-lt"/>
            </a:endParaRPr>
          </a:p>
        </p:txBody>
      </p:sp>
      <p:sp>
        <p:nvSpPr>
          <p:cNvPr id="64" name="Google Shape;2759;p63"/>
          <p:cNvSpPr txBox="1">
            <a:spLocks/>
          </p:cNvSpPr>
          <p:nvPr/>
        </p:nvSpPr>
        <p:spPr>
          <a:xfrm>
            <a:off x="1944849" y="2222058"/>
            <a:ext cx="5190473" cy="98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r>
              <a:rPr lang="fr-FR" sz="2000" b="1" dirty="0" smtClean="0">
                <a:latin typeface="+mj-lt"/>
              </a:rPr>
              <a:t>Objectif</a:t>
            </a:r>
            <a:r>
              <a:rPr lang="fr-FR" dirty="0" smtClean="0">
                <a:latin typeface="+mj-lt"/>
              </a:rPr>
              <a:t> : </a:t>
            </a:r>
            <a:r>
              <a:rPr lang="fr-FR" dirty="0">
                <a:latin typeface="+mj-lt"/>
              </a:rPr>
              <a:t>Connecter les talents </a:t>
            </a:r>
            <a:r>
              <a:rPr lang="fr-FR" dirty="0" err="1">
                <a:latin typeface="+mj-lt"/>
              </a:rPr>
              <a:t>tech</a:t>
            </a:r>
            <a:r>
              <a:rPr lang="fr-FR" dirty="0">
                <a:latin typeface="+mj-lt"/>
              </a:rPr>
              <a:t> africains aux entreprises </a:t>
            </a:r>
            <a:r>
              <a:rPr lang="fr-FR" dirty="0" smtClean="0">
                <a:latin typeface="+mj-lt"/>
              </a:rPr>
              <a:t>mondiales.</a:t>
            </a:r>
            <a:br>
              <a:rPr lang="fr-FR" dirty="0" smtClean="0">
                <a:latin typeface="+mj-lt"/>
              </a:rPr>
            </a:br>
            <a:r>
              <a:rPr lang="fr-FR" dirty="0" smtClean="0">
                <a:latin typeface="+mj-lt"/>
              </a:rPr>
              <a:t>                   Offrir </a:t>
            </a:r>
            <a:r>
              <a:rPr lang="fr-FR" dirty="0">
                <a:latin typeface="+mj-lt"/>
              </a:rPr>
              <a:t>une plateforme équitable et sécurisée</a:t>
            </a:r>
          </a:p>
          <a:p>
            <a:endParaRPr lang="fr-FR" dirty="0"/>
          </a:p>
        </p:txBody>
      </p:sp>
      <p:sp>
        <p:nvSpPr>
          <p:cNvPr id="65" name="Google Shape;2759;p63"/>
          <p:cNvSpPr txBox="1">
            <a:spLocks/>
          </p:cNvSpPr>
          <p:nvPr/>
        </p:nvSpPr>
        <p:spPr>
          <a:xfrm>
            <a:off x="2245496" y="3129665"/>
            <a:ext cx="5190473" cy="1007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>
              <a:spcAft>
                <a:spcPts val="1200"/>
              </a:spcAft>
            </a:pPr>
            <a:r>
              <a:rPr lang="fr-FR" sz="2000" b="1" dirty="0">
                <a:latin typeface="+mj-lt"/>
              </a:rPr>
              <a:t>Public cible</a:t>
            </a:r>
            <a:r>
              <a:rPr lang="fr-FR" dirty="0" smtClean="0">
                <a:latin typeface="+mj-lt"/>
              </a:rPr>
              <a:t> : Freelances </a:t>
            </a:r>
            <a:r>
              <a:rPr lang="fr-FR" dirty="0" err="1">
                <a:latin typeface="+mj-lt"/>
              </a:rPr>
              <a:t>tech</a:t>
            </a:r>
            <a:r>
              <a:rPr lang="fr-FR" dirty="0">
                <a:latin typeface="+mj-lt"/>
              </a:rPr>
              <a:t> africains (développeurs, designers, data </a:t>
            </a:r>
            <a:r>
              <a:rPr lang="fr-FR" dirty="0" err="1">
                <a:latin typeface="+mj-lt"/>
              </a:rPr>
              <a:t>scientists</a:t>
            </a:r>
            <a:r>
              <a:rPr lang="fr-FR" dirty="0" smtClean="0">
                <a:latin typeface="+mj-lt"/>
              </a:rPr>
              <a:t>).</a:t>
            </a:r>
            <a:br>
              <a:rPr lang="fr-FR" dirty="0" smtClean="0">
                <a:latin typeface="+mj-lt"/>
              </a:rPr>
            </a:br>
            <a:r>
              <a:rPr lang="fr-FR" dirty="0" smtClean="0">
                <a:latin typeface="+mj-lt"/>
              </a:rPr>
              <a:t>                      Entreprises </a:t>
            </a:r>
            <a:r>
              <a:rPr lang="fr-FR" dirty="0">
                <a:latin typeface="+mj-lt"/>
              </a:rPr>
              <a:t>locales et internationales</a:t>
            </a:r>
          </a:p>
          <a:p>
            <a:pPr marL="0" indent="0">
              <a:spcAft>
                <a:spcPts val="1200"/>
              </a:spcAft>
            </a:pPr>
            <a:endParaRPr lang="fr-FR" dirty="0"/>
          </a:p>
          <a:p>
            <a:pPr marL="0" indent="0">
              <a:spcAft>
                <a:spcPts val="1200"/>
              </a:spcAft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1000" fill="hold"/>
                                        <p:tgtEl>
                                          <p:spTgt spid="26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1" dur="1000" fill="hold"/>
                                        <p:tgtEl>
                                          <p:spTgt spid="27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2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1" name="Google Shape;3041;p73"/>
          <p:cNvGrpSpPr/>
          <p:nvPr/>
        </p:nvGrpSpPr>
        <p:grpSpPr>
          <a:xfrm>
            <a:off x="-722389" y="2333274"/>
            <a:ext cx="1039906" cy="679800"/>
            <a:chOff x="4082325" y="3790650"/>
            <a:chExt cx="1039906" cy="679800"/>
          </a:xfrm>
        </p:grpSpPr>
        <p:sp>
          <p:nvSpPr>
            <p:cNvPr id="3042" name="Google Shape;3042;p73"/>
            <p:cNvSpPr/>
            <p:nvPr/>
          </p:nvSpPr>
          <p:spPr>
            <a:xfrm>
              <a:off x="4082325" y="3790650"/>
              <a:ext cx="1039906" cy="94858"/>
            </a:xfrm>
            <a:custGeom>
              <a:avLst/>
              <a:gdLst/>
              <a:ahLst/>
              <a:cxnLst/>
              <a:rect l="l" t="t" r="r" b="b"/>
              <a:pathLst>
                <a:path w="15874" h="1448" fill="none" extrusionOk="0">
                  <a:moveTo>
                    <a:pt x="1" y="1"/>
                  </a:moveTo>
                  <a:cubicBezTo>
                    <a:pt x="1138" y="1"/>
                    <a:pt x="1138" y="1447"/>
                    <a:pt x="2276" y="1447"/>
                  </a:cubicBezTo>
                  <a:cubicBezTo>
                    <a:pt x="3395" y="1447"/>
                    <a:pt x="3395" y="1"/>
                    <a:pt x="4533" y="1"/>
                  </a:cubicBezTo>
                  <a:cubicBezTo>
                    <a:pt x="5671" y="1"/>
                    <a:pt x="5671" y="1447"/>
                    <a:pt x="6809" y="1447"/>
                  </a:cubicBezTo>
                  <a:cubicBezTo>
                    <a:pt x="7947" y="1447"/>
                    <a:pt x="7947" y="1"/>
                    <a:pt x="9065" y="1"/>
                  </a:cubicBezTo>
                  <a:cubicBezTo>
                    <a:pt x="10203" y="1"/>
                    <a:pt x="10203" y="1447"/>
                    <a:pt x="11341" y="1447"/>
                  </a:cubicBezTo>
                  <a:cubicBezTo>
                    <a:pt x="12479" y="1447"/>
                    <a:pt x="12479" y="1"/>
                    <a:pt x="13617" y="1"/>
                  </a:cubicBezTo>
                  <a:cubicBezTo>
                    <a:pt x="14736" y="1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3" name="Google Shape;3043;p73"/>
            <p:cNvSpPr/>
            <p:nvPr/>
          </p:nvSpPr>
          <p:spPr>
            <a:xfrm>
              <a:off x="4082325" y="4083808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4" name="Google Shape;3044;p73"/>
            <p:cNvSpPr/>
            <p:nvPr/>
          </p:nvSpPr>
          <p:spPr>
            <a:xfrm>
              <a:off x="4082325" y="4375657"/>
              <a:ext cx="1039906" cy="94793"/>
            </a:xfrm>
            <a:custGeom>
              <a:avLst/>
              <a:gdLst/>
              <a:ahLst/>
              <a:cxnLst/>
              <a:rect l="l" t="t" r="r" b="b"/>
              <a:pathLst>
                <a:path w="15874" h="1447" fill="none" extrusionOk="0">
                  <a:moveTo>
                    <a:pt x="1" y="0"/>
                  </a:moveTo>
                  <a:cubicBezTo>
                    <a:pt x="1138" y="0"/>
                    <a:pt x="1138" y="1447"/>
                    <a:pt x="2276" y="1447"/>
                  </a:cubicBezTo>
                  <a:cubicBezTo>
                    <a:pt x="3395" y="1447"/>
                    <a:pt x="3395" y="0"/>
                    <a:pt x="4533" y="0"/>
                  </a:cubicBezTo>
                  <a:cubicBezTo>
                    <a:pt x="5671" y="0"/>
                    <a:pt x="5671" y="1447"/>
                    <a:pt x="6809" y="1447"/>
                  </a:cubicBezTo>
                  <a:cubicBezTo>
                    <a:pt x="7947" y="1447"/>
                    <a:pt x="7947" y="0"/>
                    <a:pt x="9065" y="0"/>
                  </a:cubicBezTo>
                  <a:cubicBezTo>
                    <a:pt x="10203" y="0"/>
                    <a:pt x="10203" y="1447"/>
                    <a:pt x="11341" y="1447"/>
                  </a:cubicBezTo>
                  <a:cubicBezTo>
                    <a:pt x="12479" y="1447"/>
                    <a:pt x="12479" y="0"/>
                    <a:pt x="13617" y="0"/>
                  </a:cubicBezTo>
                  <a:cubicBezTo>
                    <a:pt x="14736" y="0"/>
                    <a:pt x="14736" y="1447"/>
                    <a:pt x="15873" y="1447"/>
                  </a:cubicBezTo>
                </a:path>
              </a:pathLst>
            </a:custGeom>
            <a:solidFill>
              <a:schemeClr val="lt1"/>
            </a:solidFill>
            <a:ln w="12050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45" name="Google Shape;3045;p73"/>
          <p:cNvGrpSpPr/>
          <p:nvPr/>
        </p:nvGrpSpPr>
        <p:grpSpPr>
          <a:xfrm rot="10800000" flipH="1">
            <a:off x="7462721" y="1213994"/>
            <a:ext cx="793256" cy="182899"/>
            <a:chOff x="2685575" y="2835950"/>
            <a:chExt cx="433000" cy="99825"/>
          </a:xfrm>
        </p:grpSpPr>
        <p:sp>
          <p:nvSpPr>
            <p:cNvPr id="3046" name="Google Shape;3046;p73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7" name="Google Shape;3047;p73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8" name="Google Shape;3048;p73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9" name="Google Shape;3049;p73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050" name="Google Shape;3050;p73"/>
          <p:cNvGraphicFramePr/>
          <p:nvPr>
            <p:extLst>
              <p:ext uri="{D42A27DB-BD31-4B8C-83A1-F6EECF244321}">
                <p14:modId xmlns:p14="http://schemas.microsoft.com/office/powerpoint/2010/main" val="3402036451"/>
              </p:ext>
            </p:extLst>
          </p:nvPr>
        </p:nvGraphicFramePr>
        <p:xfrm>
          <a:off x="317517" y="1388348"/>
          <a:ext cx="8350699" cy="3383100"/>
        </p:xfrm>
        <a:graphic>
          <a:graphicData uri="http://schemas.openxmlformats.org/drawingml/2006/table">
            <a:tbl>
              <a:tblPr>
                <a:noFill/>
                <a:tableStyleId>{8464C445-35EA-4C0B-A403-6B762D34E1E9}</a:tableStyleId>
              </a:tblPr>
              <a:tblGrid>
                <a:gridCol w="2344679"/>
                <a:gridCol w="3003010"/>
                <a:gridCol w="3003010"/>
              </a:tblGrid>
              <a:tr h="40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b="0" i="0" u="none" strike="noStrike" cap="none" dirty="0" err="1" smtClean="0">
                          <a:solidFill>
                            <a:schemeClr val="bg2"/>
                          </a:solidFill>
                          <a:effectLst/>
                          <a:latin typeface="+mj-lt"/>
                          <a:ea typeface="Arial"/>
                          <a:cs typeface="Arial"/>
                          <a:sym typeface="Arial"/>
                        </a:rPr>
                        <a:t>color-primary</a:t>
                      </a:r>
                      <a:endParaRPr sz="2000" dirty="0">
                        <a:solidFill>
                          <a:schemeClr val="bg2"/>
                        </a:solidFill>
                        <a:latin typeface="+mj-lt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#0a2647</a:t>
                      </a:r>
                      <a:endParaRPr dirty="0">
                        <a:solidFill>
                          <a:schemeClr val="bg1"/>
                        </a:solidFill>
                        <a:latin typeface="+mj-lt"/>
                        <a:ea typeface="Bai Jamjuree"/>
                        <a:cs typeface="Bai Jamjuree" panose="020B0604020202020204" charset="-34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400" b="0" i="0" u="none" strike="noStrike" cap="non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Arial"/>
                          <a:cs typeface="Bai Jamjuree" panose="020B0604020202020204" charset="-34"/>
                          <a:sym typeface="Arial"/>
                        </a:rPr>
                        <a:t>Bleu = confiance, professionnalisme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lt1"/>
                        </a:solidFill>
                        <a:latin typeface="+mj-lt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dirty="0" smtClean="0">
                          <a:solidFill>
                            <a:schemeClr val="dk2"/>
                          </a:solidFill>
                          <a:latin typeface="+mj-lt"/>
                          <a:ea typeface="Aldrich"/>
                          <a:cs typeface="Aldrich"/>
                          <a:sym typeface="Aldrich"/>
                        </a:rPr>
                        <a:t>c</a:t>
                      </a:r>
                      <a:r>
                        <a:rPr lang="en" sz="2000" dirty="0" smtClean="0">
                          <a:solidFill>
                            <a:schemeClr val="dk2"/>
                          </a:solidFill>
                          <a:latin typeface="+mj-lt"/>
                          <a:ea typeface="Aldrich"/>
                          <a:cs typeface="Aldrich"/>
                          <a:sym typeface="Aldrich"/>
                        </a:rPr>
                        <a:t>olor-secondary</a:t>
                      </a:r>
                      <a:endParaRPr sz="2000" dirty="0">
                        <a:solidFill>
                          <a:schemeClr val="dk2"/>
                        </a:solidFill>
                        <a:latin typeface="+mj-lt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#2c74b3</a:t>
                      </a:r>
                      <a:endParaRPr dirty="0">
                        <a:solidFill>
                          <a:schemeClr val="bg1"/>
                        </a:solidFill>
                        <a:latin typeface="+mj-lt"/>
                        <a:ea typeface="Bai Jamjuree"/>
                        <a:cs typeface="Bai Jamjuree" panose="020B0604020202020204" charset="-34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400" b="0" i="0" u="none" strike="noStrike" cap="non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Arial"/>
                          <a:cs typeface="Bai Jamjuree" panose="020B0604020202020204" charset="-34"/>
                          <a:sym typeface="Arial"/>
                        </a:rPr>
                        <a:t>(</a:t>
                      </a: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Bleu dynamique</a:t>
                      </a:r>
                      <a:r>
                        <a:rPr lang="fr-FR" sz="1400" b="0" i="0" u="none" strike="noStrike" cap="non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Arial"/>
                          <a:cs typeface="Bai Jamjuree" panose="020B0604020202020204" charset="-34"/>
                          <a:sym typeface="Arial"/>
                        </a:rPr>
                        <a:t>)</a:t>
                      </a:r>
                      <a:endParaRPr dirty="0">
                        <a:solidFill>
                          <a:schemeClr val="bg1"/>
                        </a:solidFill>
                        <a:latin typeface="+mj-lt"/>
                        <a:ea typeface="Bai Jamjuree"/>
                        <a:cs typeface="Bai Jamjuree" panose="020B0604020202020204" charset="-34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dirty="0" smtClean="0">
                          <a:solidFill>
                            <a:schemeClr val="dk2"/>
                          </a:solidFill>
                          <a:latin typeface="+mj-lt"/>
                          <a:ea typeface="Aldrich"/>
                          <a:cs typeface="Aldrich"/>
                          <a:sym typeface="Aldrich"/>
                        </a:rPr>
                        <a:t>c</a:t>
                      </a:r>
                      <a:r>
                        <a:rPr lang="en" sz="2000" dirty="0" smtClean="0">
                          <a:solidFill>
                            <a:schemeClr val="dk2"/>
                          </a:solidFill>
                          <a:latin typeface="+mj-lt"/>
                          <a:ea typeface="Aldrich"/>
                          <a:cs typeface="Aldrich"/>
                          <a:sym typeface="Aldrich"/>
                        </a:rPr>
                        <a:t>olor-accent</a:t>
                      </a:r>
                      <a:endParaRPr sz="2000" dirty="0">
                        <a:solidFill>
                          <a:schemeClr val="dk2"/>
                        </a:solidFill>
                        <a:latin typeface="+mj-lt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#e6b800</a:t>
                      </a:r>
                      <a:endParaRPr dirty="0">
                        <a:solidFill>
                          <a:schemeClr val="bg1"/>
                        </a:solidFill>
                        <a:latin typeface="+mj-lt"/>
                        <a:ea typeface="Bai Jamjuree"/>
                        <a:cs typeface="Bai Jamjuree" panose="020B0604020202020204" charset="-34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cap="non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Arial"/>
                          <a:cs typeface="Bai Jamjuree" panose="020B0604020202020204" charset="-34"/>
                          <a:sym typeface="Arial"/>
                        </a:rPr>
                        <a:t>Jaune = énergie, action (boutons CTA)</a:t>
                      </a:r>
                      <a:endParaRPr lang="fr-FR" sz="1400" b="0" i="0" u="none" strike="noStrike" cap="none" dirty="0">
                        <a:solidFill>
                          <a:schemeClr val="bg1"/>
                        </a:solidFill>
                        <a:effectLst/>
                        <a:latin typeface="+mj-lt"/>
                        <a:ea typeface="Arial"/>
                        <a:cs typeface="Bai Jamjuree" panose="020B0604020202020204" charset="-34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dirty="0" smtClean="0">
                          <a:solidFill>
                            <a:schemeClr val="dk2"/>
                          </a:solidFill>
                          <a:latin typeface="+mj-lt"/>
                          <a:ea typeface="Aldrich"/>
                          <a:cs typeface="Aldrich"/>
                          <a:sym typeface="Aldrich"/>
                        </a:rPr>
                        <a:t>c</a:t>
                      </a:r>
                      <a:r>
                        <a:rPr lang="en" sz="2000" dirty="0" smtClean="0">
                          <a:solidFill>
                            <a:schemeClr val="dk2"/>
                          </a:solidFill>
                          <a:latin typeface="+mj-lt"/>
                          <a:ea typeface="Aldrich"/>
                          <a:cs typeface="Aldrich"/>
                          <a:sym typeface="Aldrich"/>
                        </a:rPr>
                        <a:t>olor-light</a:t>
                      </a:r>
                      <a:endParaRPr sz="2000" dirty="0">
                        <a:solidFill>
                          <a:schemeClr val="dk2"/>
                        </a:solidFill>
                        <a:latin typeface="+mj-lt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#f9f9f9</a:t>
                      </a:r>
                      <a:endParaRPr sz="1400" b="0" i="0" u="none" strike="noStrike" cap="none" dirty="0">
                        <a:solidFill>
                          <a:srgbClr val="000000"/>
                        </a:solidFill>
                        <a:latin typeface="+mj-lt"/>
                        <a:ea typeface="Arial"/>
                        <a:cs typeface="Bai Jamjuree" panose="020B0604020202020204" charset="-34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lt1"/>
                        </a:solidFill>
                        <a:latin typeface="+mj-lt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2000" dirty="0" smtClean="0">
                          <a:solidFill>
                            <a:schemeClr val="dk2"/>
                          </a:solidFill>
                          <a:latin typeface="+mj-lt"/>
                          <a:ea typeface="Aldrich"/>
                          <a:cs typeface="Aldrich"/>
                          <a:sym typeface="Aldrich"/>
                        </a:rPr>
                        <a:t>C</a:t>
                      </a:r>
                      <a:r>
                        <a:rPr lang="en" sz="2000" dirty="0" smtClean="0">
                          <a:solidFill>
                            <a:schemeClr val="dk2"/>
                          </a:solidFill>
                          <a:latin typeface="+mj-lt"/>
                          <a:ea typeface="Aldrich"/>
                          <a:cs typeface="Aldrich"/>
                          <a:sym typeface="Aldrich"/>
                        </a:rPr>
                        <a:t>olor-dark</a:t>
                      </a:r>
                      <a:endParaRPr sz="2000" dirty="0">
                        <a:solidFill>
                          <a:schemeClr val="dk2"/>
                        </a:solidFill>
                        <a:latin typeface="+mj-lt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#1b1b1b</a:t>
                      </a:r>
                      <a:endParaRPr dirty="0">
                        <a:solidFill>
                          <a:schemeClr val="bg1"/>
                        </a:solidFill>
                        <a:latin typeface="+mj-lt"/>
                        <a:ea typeface="Bai Jamjuree"/>
                        <a:cs typeface="Bai Jamjuree" panose="020B0604020202020204" charset="-34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400" b="0" i="0" u="none" strike="noStrike" cap="none" dirty="0" smtClean="0">
                          <a:solidFill>
                            <a:schemeClr val="bg1"/>
                          </a:solidFill>
                          <a:effectLst/>
                          <a:latin typeface="+mj-lt"/>
                          <a:ea typeface="Arial"/>
                          <a:cs typeface="Bai Jamjuree" panose="020B0604020202020204" charset="-34"/>
                          <a:sym typeface="Arial"/>
                        </a:rPr>
                        <a:t>Contraste élevé = accessibilité</a:t>
                      </a:r>
                      <a:endParaRPr lang="fr-FR" sz="1400" b="0" i="0" u="none" strike="noStrike" cap="none" dirty="0">
                        <a:solidFill>
                          <a:schemeClr val="bg1"/>
                        </a:solidFill>
                        <a:effectLst/>
                        <a:latin typeface="+mj-lt"/>
                        <a:ea typeface="Arial"/>
                        <a:cs typeface="Bai Jamjuree" panose="020B0604020202020204" charset="-34"/>
                        <a:sym typeface="Arial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01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solidFill>
                          <a:schemeClr val="dk2"/>
                        </a:solidFill>
                        <a:latin typeface="+mj-lt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lt1"/>
                        </a:solidFill>
                        <a:latin typeface="+mj-lt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lt1"/>
                        </a:solidFill>
                        <a:latin typeface="+mj-lt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051" name="Google Shape;3051;p73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2" name="Google Shape;3052;p73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3" name="Google Shape;3053;p73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4" name="Google Shape;3054;p73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5" name="Google Shape;3055;p73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3039;p73"/>
          <p:cNvSpPr txBox="1">
            <a:spLocks/>
          </p:cNvSpPr>
          <p:nvPr/>
        </p:nvSpPr>
        <p:spPr>
          <a:xfrm>
            <a:off x="2259980" y="568373"/>
            <a:ext cx="5010615" cy="52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rPr lang="fr-FR" b="1" dirty="0">
                <a:latin typeface="+mj-lt"/>
              </a:rPr>
              <a:t>Choix de design (Palette)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0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9" name="Google Shape;3019;p72"/>
          <p:cNvSpPr txBox="1">
            <a:spLocks noGrp="1"/>
          </p:cNvSpPr>
          <p:nvPr>
            <p:ph type="title"/>
          </p:nvPr>
        </p:nvSpPr>
        <p:spPr>
          <a:xfrm>
            <a:off x="613106" y="1006353"/>
            <a:ext cx="7713000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ctr"/>
            <a:r>
              <a:rPr lang="fr-FR" b="1" dirty="0">
                <a:latin typeface="+mj-lt"/>
              </a:rPr>
              <a:t>Choix de design (Typographie)</a:t>
            </a:r>
          </a:p>
        </p:txBody>
      </p:sp>
      <p:grpSp>
        <p:nvGrpSpPr>
          <p:cNvPr id="3021" name="Google Shape;3021;p72"/>
          <p:cNvGrpSpPr/>
          <p:nvPr/>
        </p:nvGrpSpPr>
        <p:grpSpPr>
          <a:xfrm>
            <a:off x="222264" y="2643220"/>
            <a:ext cx="289170" cy="284718"/>
            <a:chOff x="426000" y="3302025"/>
            <a:chExt cx="220875" cy="217475"/>
          </a:xfrm>
        </p:grpSpPr>
        <p:sp>
          <p:nvSpPr>
            <p:cNvPr id="3022" name="Google Shape;3022;p72"/>
            <p:cNvSpPr/>
            <p:nvPr/>
          </p:nvSpPr>
          <p:spPr>
            <a:xfrm>
              <a:off x="426000" y="3425950"/>
              <a:ext cx="214125" cy="93550"/>
            </a:xfrm>
            <a:custGeom>
              <a:avLst/>
              <a:gdLst/>
              <a:ahLst/>
              <a:cxnLst/>
              <a:rect l="l" t="t" r="r" b="b"/>
              <a:pathLst>
                <a:path w="8565" h="3742" extrusionOk="0">
                  <a:moveTo>
                    <a:pt x="1" y="0"/>
                  </a:moveTo>
                  <a:cubicBezTo>
                    <a:pt x="290" y="2141"/>
                    <a:pt x="2122" y="3742"/>
                    <a:pt x="4283" y="3742"/>
                  </a:cubicBezTo>
                  <a:cubicBezTo>
                    <a:pt x="6443" y="3742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3" name="Google Shape;3023;p72"/>
            <p:cNvSpPr/>
            <p:nvPr/>
          </p:nvSpPr>
          <p:spPr>
            <a:xfrm>
              <a:off x="432750" y="3302025"/>
              <a:ext cx="214125" cy="94050"/>
            </a:xfrm>
            <a:custGeom>
              <a:avLst/>
              <a:gdLst/>
              <a:ahLst/>
              <a:cxnLst/>
              <a:rect l="l" t="t" r="r" b="b"/>
              <a:pathLst>
                <a:path w="8565" h="3762" extrusionOk="0">
                  <a:moveTo>
                    <a:pt x="1" y="0"/>
                  </a:moveTo>
                  <a:cubicBezTo>
                    <a:pt x="271" y="2141"/>
                    <a:pt x="2103" y="3761"/>
                    <a:pt x="4283" y="3761"/>
                  </a:cubicBezTo>
                  <a:cubicBezTo>
                    <a:pt x="6443" y="3761"/>
                    <a:pt x="8275" y="2141"/>
                    <a:pt x="856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3024" name="Google Shape;3024;p72"/>
          <p:cNvGraphicFramePr/>
          <p:nvPr>
            <p:extLst>
              <p:ext uri="{D42A27DB-BD31-4B8C-83A1-F6EECF244321}">
                <p14:modId xmlns:p14="http://schemas.microsoft.com/office/powerpoint/2010/main" val="1866906413"/>
              </p:ext>
            </p:extLst>
          </p:nvPr>
        </p:nvGraphicFramePr>
        <p:xfrm>
          <a:off x="1193724" y="1910775"/>
          <a:ext cx="6845800" cy="3024076"/>
        </p:xfrm>
        <a:graphic>
          <a:graphicData uri="http://schemas.openxmlformats.org/drawingml/2006/table">
            <a:tbl>
              <a:tblPr>
                <a:noFill/>
                <a:tableStyleId>{8464C445-35EA-4C0B-A403-6B762D34E1E9}</a:tableStyleId>
              </a:tblPr>
              <a:tblGrid>
                <a:gridCol w="3422900"/>
                <a:gridCol w="3422900"/>
              </a:tblGrid>
              <a:tr h="70612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 smtClean="0">
                          <a:solidFill>
                            <a:schemeClr val="dk2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 </a:t>
                      </a:r>
                      <a:r>
                        <a:rPr lang="en" sz="2000" dirty="0" smtClean="0">
                          <a:solidFill>
                            <a:schemeClr val="dk2"/>
                          </a:solidFill>
                          <a:latin typeface="+mj-lt"/>
                          <a:ea typeface="Aldrich"/>
                          <a:cs typeface="Aldrich"/>
                          <a:sym typeface="Aldrich"/>
                        </a:rPr>
                        <a:t>Titres</a:t>
                      </a:r>
                      <a:r>
                        <a:rPr lang="en" sz="2000" baseline="0" dirty="0" smtClean="0">
                          <a:solidFill>
                            <a:schemeClr val="dk2"/>
                          </a:solidFill>
                          <a:latin typeface="Aldrich"/>
                          <a:ea typeface="Aldrich"/>
                          <a:cs typeface="Aldrich"/>
                          <a:sym typeface="Aldrich"/>
                        </a:rPr>
                        <a:t> </a:t>
                      </a:r>
                      <a:endParaRPr sz="2000" dirty="0">
                        <a:solidFill>
                          <a:schemeClr val="dk2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"</a:t>
                      </a:r>
                      <a:r>
                        <a:rPr lang="fr-FR" dirty="0" err="1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Roboto</a:t>
                      </a: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", sans-</a:t>
                      </a:r>
                      <a:r>
                        <a:rPr lang="fr-FR" dirty="0" err="1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serif</a:t>
                      </a: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 (Moderne, lisible</a:t>
                      </a: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</a:rPr>
                        <a:t>)</a:t>
                      </a:r>
                      <a:endParaRPr sz="2000" dirty="0">
                        <a:solidFill>
                          <a:schemeClr val="bg1"/>
                        </a:solidFill>
                        <a:latin typeface="+mj-lt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85499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 dirty="0" smtClean="0">
                          <a:solidFill>
                            <a:schemeClr val="dk2"/>
                          </a:solidFill>
                          <a:latin typeface="+mj-lt"/>
                          <a:ea typeface="Aldrich"/>
                          <a:cs typeface="Aldrich"/>
                          <a:sym typeface="Aldrich"/>
                        </a:rPr>
                        <a:t>Textes</a:t>
                      </a:r>
                      <a:endParaRPr sz="2000" dirty="0">
                        <a:solidFill>
                          <a:schemeClr val="dk2"/>
                        </a:solidFill>
                        <a:latin typeface="+mj-lt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dirty="0" smtClean="0">
                          <a:solidFill>
                            <a:schemeClr val="bg1"/>
                          </a:solidFill>
                          <a:latin typeface="Bai Jamjuree" panose="020B0604020202020204" charset="-34"/>
                          <a:cs typeface="Bai Jamjuree" panose="020B0604020202020204" charset="-34"/>
                        </a:rPr>
                        <a:t>"</a:t>
                      </a: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Open Sans", sans-</a:t>
                      </a:r>
                      <a:r>
                        <a:rPr lang="fr-FR" dirty="0" err="1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serif</a:t>
                      </a: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 (</a:t>
                      </a:r>
                      <a:r>
                        <a:rPr lang="fr-FR" dirty="0" err="1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Excelente</a:t>
                      </a:r>
                      <a:r>
                        <a:rPr lang="fr-FR" dirty="0" smtClean="0">
                          <a:solidFill>
                            <a:schemeClr val="bg1"/>
                          </a:solidFill>
                          <a:latin typeface="+mj-lt"/>
                          <a:cs typeface="Bai Jamjuree" panose="020B0604020202020204" charset="-34"/>
                        </a:rPr>
                        <a:t> lisibilité)</a:t>
                      </a:r>
                      <a:endParaRPr dirty="0">
                        <a:solidFill>
                          <a:schemeClr val="bg1"/>
                        </a:solidFill>
                        <a:latin typeface="+mj-lt"/>
                        <a:ea typeface="Bai Jamjuree"/>
                        <a:cs typeface="Bai Jamjuree" panose="020B0604020202020204" charset="-34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1885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solidFill>
                          <a:schemeClr val="dk2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1885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solidFill>
                          <a:schemeClr val="dk2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1885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solidFill>
                          <a:schemeClr val="dk2"/>
                        </a:solidFill>
                        <a:latin typeface="Aldrich"/>
                        <a:ea typeface="Aldrich"/>
                        <a:cs typeface="Aldrich"/>
                        <a:sym typeface="Aldrich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lt1"/>
                        </a:solidFill>
                        <a:latin typeface="Bai Jamjuree"/>
                        <a:ea typeface="Bai Jamjuree"/>
                        <a:cs typeface="Bai Jamjuree"/>
                        <a:sym typeface="Bai Jamjuree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3025" name="Google Shape;3025;p72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6" name="Google Shape;3026;p72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7" name="Google Shape;3027;p72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8" name="Google Shape;3028;p72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9" name="Google Shape;3029;p72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30" name="Google Shape;3030;p72"/>
          <p:cNvGrpSpPr/>
          <p:nvPr/>
        </p:nvGrpSpPr>
        <p:grpSpPr>
          <a:xfrm rot="5400000">
            <a:off x="7110419" y="270400"/>
            <a:ext cx="357454" cy="956304"/>
            <a:chOff x="357713" y="600975"/>
            <a:chExt cx="357454" cy="956304"/>
          </a:xfrm>
        </p:grpSpPr>
        <p:sp>
          <p:nvSpPr>
            <p:cNvPr id="3031" name="Google Shape;3031;p72"/>
            <p:cNvSpPr/>
            <p:nvPr/>
          </p:nvSpPr>
          <p:spPr>
            <a:xfrm>
              <a:off x="357713" y="600975"/>
              <a:ext cx="357454" cy="357454"/>
            </a:xfrm>
            <a:custGeom>
              <a:avLst/>
              <a:gdLst/>
              <a:ahLst/>
              <a:cxnLst/>
              <a:rect l="l" t="t" r="r" b="b"/>
              <a:pathLst>
                <a:path w="6539" h="6539" fill="none" extrusionOk="0">
                  <a:moveTo>
                    <a:pt x="3954" y="367"/>
                  </a:moveTo>
                  <a:cubicBezTo>
                    <a:pt x="5535" y="752"/>
                    <a:pt x="6538" y="2353"/>
                    <a:pt x="6152" y="3954"/>
                  </a:cubicBezTo>
                  <a:cubicBezTo>
                    <a:pt x="5767" y="5535"/>
                    <a:pt x="4166" y="6538"/>
                    <a:pt x="2584" y="6153"/>
                  </a:cubicBezTo>
                  <a:cubicBezTo>
                    <a:pt x="984" y="5767"/>
                    <a:pt x="0" y="4166"/>
                    <a:pt x="366" y="2585"/>
                  </a:cubicBezTo>
                  <a:cubicBezTo>
                    <a:pt x="752" y="984"/>
                    <a:pt x="2353" y="0"/>
                    <a:pt x="3954" y="36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2" name="Google Shape;3032;p72"/>
            <p:cNvSpPr/>
            <p:nvPr/>
          </p:nvSpPr>
          <p:spPr>
            <a:xfrm>
              <a:off x="374549" y="819196"/>
              <a:ext cx="324765" cy="324765"/>
            </a:xfrm>
            <a:custGeom>
              <a:avLst/>
              <a:gdLst/>
              <a:ahLst/>
              <a:cxnLst/>
              <a:rect l="l" t="t" r="r" b="b"/>
              <a:pathLst>
                <a:path w="5941" h="5941" fill="none" extrusionOk="0">
                  <a:moveTo>
                    <a:pt x="5941" y="2971"/>
                  </a:moveTo>
                  <a:cubicBezTo>
                    <a:pt x="5941" y="4610"/>
                    <a:pt x="4610" y="5941"/>
                    <a:pt x="2971" y="5941"/>
                  </a:cubicBezTo>
                  <a:cubicBezTo>
                    <a:pt x="1331" y="5941"/>
                    <a:pt x="1" y="4610"/>
                    <a:pt x="1" y="2971"/>
                  </a:cubicBezTo>
                  <a:cubicBezTo>
                    <a:pt x="1" y="1331"/>
                    <a:pt x="1331" y="1"/>
                    <a:pt x="2971" y="1"/>
                  </a:cubicBezTo>
                  <a:cubicBezTo>
                    <a:pt x="4610" y="1"/>
                    <a:pt x="5941" y="1331"/>
                    <a:pt x="5941" y="297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3" name="Google Shape;3033;p72"/>
            <p:cNvSpPr/>
            <p:nvPr/>
          </p:nvSpPr>
          <p:spPr>
            <a:xfrm>
              <a:off x="357713" y="997347"/>
              <a:ext cx="357454" cy="357509"/>
            </a:xfrm>
            <a:custGeom>
              <a:avLst/>
              <a:gdLst/>
              <a:ahLst/>
              <a:cxnLst/>
              <a:rect l="l" t="t" r="r" b="b"/>
              <a:pathLst>
                <a:path w="6539" h="6540" fill="none" extrusionOk="0">
                  <a:moveTo>
                    <a:pt x="3954" y="387"/>
                  </a:moveTo>
                  <a:cubicBezTo>
                    <a:pt x="5555" y="753"/>
                    <a:pt x="6538" y="2354"/>
                    <a:pt x="6152" y="3955"/>
                  </a:cubicBezTo>
                  <a:cubicBezTo>
                    <a:pt x="5767" y="5556"/>
                    <a:pt x="4166" y="6539"/>
                    <a:pt x="2584" y="6153"/>
                  </a:cubicBezTo>
                  <a:cubicBezTo>
                    <a:pt x="984" y="5787"/>
                    <a:pt x="0" y="4186"/>
                    <a:pt x="366" y="2585"/>
                  </a:cubicBezTo>
                  <a:cubicBezTo>
                    <a:pt x="752" y="985"/>
                    <a:pt x="2353" y="1"/>
                    <a:pt x="3954" y="38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4" name="Google Shape;3034;p72"/>
            <p:cNvSpPr/>
            <p:nvPr/>
          </p:nvSpPr>
          <p:spPr>
            <a:xfrm>
              <a:off x="358751" y="1200863"/>
              <a:ext cx="356416" cy="356416"/>
            </a:xfrm>
            <a:custGeom>
              <a:avLst/>
              <a:gdLst/>
              <a:ahLst/>
              <a:cxnLst/>
              <a:rect l="l" t="t" r="r" b="b"/>
              <a:pathLst>
                <a:path w="6520" h="6520" fill="none" extrusionOk="0">
                  <a:moveTo>
                    <a:pt x="5362" y="1158"/>
                  </a:moveTo>
                  <a:cubicBezTo>
                    <a:pt x="6519" y="2315"/>
                    <a:pt x="6519" y="4186"/>
                    <a:pt x="5362" y="5343"/>
                  </a:cubicBezTo>
                  <a:cubicBezTo>
                    <a:pt x="4186" y="6519"/>
                    <a:pt x="2315" y="6519"/>
                    <a:pt x="1157" y="5343"/>
                  </a:cubicBezTo>
                  <a:cubicBezTo>
                    <a:pt x="0" y="4186"/>
                    <a:pt x="0" y="2315"/>
                    <a:pt x="1157" y="1158"/>
                  </a:cubicBezTo>
                  <a:cubicBezTo>
                    <a:pt x="2315" y="0"/>
                    <a:pt x="4186" y="0"/>
                    <a:pt x="5362" y="1158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3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8" name="Google Shape;2698;p63"/>
          <p:cNvSpPr txBox="1">
            <a:spLocks noGrp="1"/>
          </p:cNvSpPr>
          <p:nvPr>
            <p:ph type="title"/>
          </p:nvPr>
        </p:nvSpPr>
        <p:spPr>
          <a:xfrm>
            <a:off x="1674620" y="1105407"/>
            <a:ext cx="6451904" cy="42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r>
              <a:rPr lang="fr-FR" b="1" dirty="0">
                <a:latin typeface="+mj-lt"/>
              </a:rPr>
              <a:t>Architecture (Arborescence)</a:t>
            </a:r>
            <a:br>
              <a:rPr lang="fr-FR" b="1" dirty="0">
                <a:latin typeface="+mj-lt"/>
              </a:rPr>
            </a:br>
            <a:endParaRPr dirty="0">
              <a:latin typeface="+mj-lt"/>
            </a:endParaRPr>
          </a:p>
        </p:txBody>
      </p:sp>
      <p:grpSp>
        <p:nvGrpSpPr>
          <p:cNvPr id="2699" name="Google Shape;2699;p63"/>
          <p:cNvGrpSpPr/>
          <p:nvPr/>
        </p:nvGrpSpPr>
        <p:grpSpPr>
          <a:xfrm>
            <a:off x="5268783" y="-1501970"/>
            <a:ext cx="2795003" cy="2795003"/>
            <a:chOff x="1943325" y="-220375"/>
            <a:chExt cx="1298672" cy="1298672"/>
          </a:xfrm>
        </p:grpSpPr>
        <p:sp>
          <p:nvSpPr>
            <p:cNvPr id="2700" name="Google Shape;2700;p63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1" name="Google Shape;2701;p63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2" name="Google Shape;2702;p63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63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63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63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63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63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8" name="Google Shape;2708;p63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9" name="Google Shape;2709;p63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63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63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63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63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4" name="Google Shape;2714;p63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5" name="Google Shape;2715;p63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6" name="Google Shape;2716;p63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7" name="Google Shape;2717;p63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8" name="Google Shape;2718;p63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9" name="Google Shape;2719;p63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0" name="Google Shape;2720;p63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1" name="Google Shape;2721;p63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2" name="Google Shape;2722;p63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3" name="Google Shape;2723;p63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4" name="Google Shape;2724;p63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5" name="Google Shape;2725;p63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6" name="Google Shape;2726;p63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7" name="Google Shape;2727;p63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8" name="Google Shape;2728;p63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9" name="Google Shape;2729;p63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0" name="Google Shape;2730;p63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1" name="Google Shape;2731;p63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2" name="Google Shape;2732;p63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3" name="Google Shape;2733;p63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4" name="Google Shape;2734;p63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5" name="Google Shape;2735;p63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6" name="Google Shape;2736;p63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7" name="Google Shape;2737;p63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8" name="Google Shape;2738;p63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63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63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63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63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63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63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63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63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63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48" name="Google Shape;2748;p63"/>
          <p:cNvSpPr/>
          <p:nvPr/>
        </p:nvSpPr>
        <p:spPr>
          <a:xfrm rot="10800000" flipH="1">
            <a:off x="873954" y="2003240"/>
            <a:ext cx="639486" cy="1296623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49" name="Google Shape;2749;p63"/>
          <p:cNvGrpSpPr/>
          <p:nvPr/>
        </p:nvGrpSpPr>
        <p:grpSpPr>
          <a:xfrm flipH="1">
            <a:off x="6977175" y="3697061"/>
            <a:ext cx="793256" cy="182899"/>
            <a:chOff x="2685575" y="2835950"/>
            <a:chExt cx="433000" cy="99825"/>
          </a:xfrm>
        </p:grpSpPr>
        <p:sp>
          <p:nvSpPr>
            <p:cNvPr id="2750" name="Google Shape;2750;p63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63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2" name="Google Shape;2752;p63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3" name="Google Shape;2753;p63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4" name="Google Shape;2754;p63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5" name="Google Shape;2755;p63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6" name="Google Shape;2756;p63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7" name="Google Shape;2757;p63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8" name="Google Shape;2758;p63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712" y="1719502"/>
            <a:ext cx="2364013" cy="319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54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1000" fill="hold"/>
                                        <p:tgtEl>
                                          <p:spTgt spid="26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1" dur="1000" fill="hold"/>
                                        <p:tgtEl>
                                          <p:spTgt spid="27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27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7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p62"/>
          <p:cNvSpPr txBox="1">
            <a:spLocks noGrp="1"/>
          </p:cNvSpPr>
          <p:nvPr>
            <p:ph type="title"/>
          </p:nvPr>
        </p:nvSpPr>
        <p:spPr>
          <a:xfrm>
            <a:off x="1754919" y="325075"/>
            <a:ext cx="5062194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 smtClean="0">
                <a:latin typeface="+mj-lt"/>
              </a:rPr>
              <a:t>C</a:t>
            </a:r>
            <a:r>
              <a:rPr lang="en" sz="2800" dirty="0" smtClean="0">
                <a:latin typeface="+mj-lt"/>
              </a:rPr>
              <a:t>apture d’ecran des pages</a:t>
            </a:r>
            <a:endParaRPr sz="2800" dirty="0">
              <a:latin typeface="+mj-lt"/>
            </a:endParaRPr>
          </a:p>
        </p:txBody>
      </p:sp>
      <p:pic>
        <p:nvPicPr>
          <p:cNvPr id="2688" name="Google Shape;268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6825" y="1087913"/>
            <a:ext cx="4256400" cy="310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689" name="Google Shape;2689;p62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0" name="Google Shape;2690;p62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1" name="Google Shape;2691;p62">
            <a:hlinkClick r:id="rId4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2" name="Google Shape;2692;p62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3" name="Google Shape;2693;p62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22" y="970324"/>
            <a:ext cx="4787590" cy="3671540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7259" y="1010850"/>
            <a:ext cx="3783980" cy="365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63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p62"/>
          <p:cNvSpPr txBox="1">
            <a:spLocks noGrp="1"/>
          </p:cNvSpPr>
          <p:nvPr>
            <p:ph type="title"/>
          </p:nvPr>
        </p:nvSpPr>
        <p:spPr>
          <a:xfrm>
            <a:off x="1754919" y="325075"/>
            <a:ext cx="5062194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800" dirty="0" smtClean="0">
                <a:latin typeface="+mj-lt"/>
              </a:rPr>
              <a:t>C</a:t>
            </a:r>
            <a:r>
              <a:rPr lang="en" sz="2800" dirty="0" smtClean="0">
                <a:latin typeface="+mj-lt"/>
              </a:rPr>
              <a:t>apture d’ecran des pages</a:t>
            </a:r>
            <a:endParaRPr sz="2800" dirty="0">
              <a:latin typeface="+mj-lt"/>
            </a:endParaRPr>
          </a:p>
        </p:txBody>
      </p:sp>
      <p:pic>
        <p:nvPicPr>
          <p:cNvPr id="2688" name="Google Shape;268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6825" y="1087913"/>
            <a:ext cx="4256400" cy="310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689" name="Google Shape;2689;p62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0" name="Google Shape;2690;p62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1" name="Google Shape;2691;p62">
            <a:hlinkClick r:id="rId4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2" name="Google Shape;2692;p62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3" name="Google Shape;2693;p62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58" y="881791"/>
            <a:ext cx="4465170" cy="392429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4989" y="881791"/>
            <a:ext cx="4319854" cy="39858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p62"/>
          <p:cNvSpPr txBox="1">
            <a:spLocks noGrp="1"/>
          </p:cNvSpPr>
          <p:nvPr>
            <p:ph type="title"/>
          </p:nvPr>
        </p:nvSpPr>
        <p:spPr>
          <a:xfrm>
            <a:off x="438614" y="189115"/>
            <a:ext cx="8112395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ctr"/>
            <a:r>
              <a:rPr lang="fr-FR" sz="2800" b="1" dirty="0" smtClean="0">
                <a:latin typeface="+mj-lt"/>
              </a:rPr>
              <a:t>Points techniques (extrait </a:t>
            </a:r>
            <a:r>
              <a:rPr lang="fr-FR" sz="2800" b="1" dirty="0" err="1" smtClean="0">
                <a:latin typeface="+mj-lt"/>
              </a:rPr>
              <a:t>codeJavaScript</a:t>
            </a:r>
            <a:r>
              <a:rPr lang="fr-FR" sz="2800" b="1" dirty="0">
                <a:latin typeface="+mj-lt"/>
              </a:rPr>
              <a:t>)</a:t>
            </a:r>
            <a:br>
              <a:rPr lang="fr-FR" sz="2800" b="1" dirty="0">
                <a:latin typeface="+mj-lt"/>
              </a:rPr>
            </a:br>
            <a:endParaRPr lang="fr-FR" sz="2800" b="1" dirty="0">
              <a:latin typeface="+mj-lt"/>
            </a:endParaRPr>
          </a:p>
        </p:txBody>
      </p:sp>
      <p:pic>
        <p:nvPicPr>
          <p:cNvPr id="2688" name="Google Shape;268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6825" y="1087913"/>
            <a:ext cx="4256400" cy="310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689" name="Google Shape;2689;p62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0" name="Google Shape;2690;p62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1" name="Google Shape;2691;p62">
            <a:hlinkClick r:id="rId4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2" name="Google Shape;2692;p62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3" name="Google Shape;2693;p62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46" y="669073"/>
            <a:ext cx="7420707" cy="4242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053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Google Shape;2686;p62"/>
          <p:cNvSpPr txBox="1">
            <a:spLocks noGrp="1"/>
          </p:cNvSpPr>
          <p:nvPr>
            <p:ph type="title"/>
          </p:nvPr>
        </p:nvSpPr>
        <p:spPr>
          <a:xfrm>
            <a:off x="1193372" y="232419"/>
            <a:ext cx="7240859" cy="6321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ctr"/>
            <a:r>
              <a:rPr lang="fr-FR" sz="2800" b="1" dirty="0">
                <a:latin typeface="+mj-lt"/>
              </a:rPr>
              <a:t>Points techniques (</a:t>
            </a:r>
            <a:r>
              <a:rPr lang="fr-FR" sz="2800" b="1" dirty="0" err="1">
                <a:latin typeface="+mj-lt"/>
              </a:rPr>
              <a:t>Bootstrap</a:t>
            </a:r>
            <a:r>
              <a:rPr lang="fr-FR" sz="2800" b="1" dirty="0">
                <a:latin typeface="+mj-lt"/>
              </a:rPr>
              <a:t> &amp; CSS)</a:t>
            </a:r>
          </a:p>
        </p:txBody>
      </p:sp>
      <p:pic>
        <p:nvPicPr>
          <p:cNvPr id="2688" name="Google Shape;268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36825" y="1087913"/>
            <a:ext cx="4256400" cy="310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689" name="Google Shape;2689;p62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0" name="Google Shape;2690;p62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1" name="Google Shape;2691;p62">
            <a:hlinkClick r:id="rId4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2" name="Google Shape;2692;p62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3" name="Google Shape;2693;p62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2686;p62"/>
          <p:cNvSpPr txBox="1">
            <a:spLocks/>
          </p:cNvSpPr>
          <p:nvPr/>
        </p:nvSpPr>
        <p:spPr>
          <a:xfrm>
            <a:off x="2943922" y="924140"/>
            <a:ext cx="3508917" cy="414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ldrich"/>
              <a:buNone/>
              <a:defRPr sz="4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ldrich"/>
              <a:buNone/>
              <a:defRPr sz="4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ldrich"/>
              <a:buNone/>
              <a:defRPr sz="4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ldrich"/>
              <a:buNone/>
              <a:defRPr sz="4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ldrich"/>
              <a:buNone/>
              <a:defRPr sz="4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ldrich"/>
              <a:buNone/>
              <a:defRPr sz="4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ldrich"/>
              <a:buNone/>
              <a:defRPr sz="4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ldrich"/>
              <a:buNone/>
              <a:defRPr sz="4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ldrich"/>
              <a:buNone/>
              <a:defRPr sz="42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ctr"/>
            <a:r>
              <a:rPr lang="fr-FR" sz="1600" b="1" dirty="0">
                <a:latin typeface="+mj-lt"/>
              </a:rPr>
              <a:t>Composants </a:t>
            </a:r>
            <a:r>
              <a:rPr lang="fr-FR" sz="1600" b="1" dirty="0" err="1">
                <a:latin typeface="+mj-lt"/>
              </a:rPr>
              <a:t>Bootstrap</a:t>
            </a:r>
            <a:r>
              <a:rPr lang="fr-FR" sz="1600" b="1" dirty="0">
                <a:latin typeface="+mj-lt"/>
              </a:rPr>
              <a:t> utilisés :</a:t>
            </a:r>
          </a:p>
        </p:txBody>
      </p:sp>
      <p:sp>
        <p:nvSpPr>
          <p:cNvPr id="3" name="Rectangle 2"/>
          <p:cNvSpPr/>
          <p:nvPr/>
        </p:nvSpPr>
        <p:spPr>
          <a:xfrm>
            <a:off x="2286000" y="1232922"/>
            <a:ext cx="4572000" cy="323165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 err="1" smtClean="0">
                <a:solidFill>
                  <a:schemeClr val="bg1"/>
                </a:solidFill>
                <a:latin typeface="+mn-lt"/>
              </a:rPr>
              <a:t>Navbar</a:t>
            </a:r>
            <a:r>
              <a:rPr lang="fr-FR" dirty="0" smtClean="0">
                <a:solidFill>
                  <a:schemeClr val="bg1"/>
                </a:solidFill>
                <a:latin typeface="+mn-lt"/>
              </a:rPr>
              <a:t> responsive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bg1"/>
                </a:solidFill>
                <a:latin typeface="+mn-lt"/>
              </a:rPr>
              <a:t>Système </a:t>
            </a:r>
            <a:r>
              <a:rPr lang="fr-FR" dirty="0">
                <a:solidFill>
                  <a:schemeClr val="bg1"/>
                </a:solidFill>
                <a:latin typeface="+mn-lt"/>
              </a:rPr>
              <a:t>de grille (container, </a:t>
            </a:r>
            <a:r>
              <a:rPr lang="fr-FR" dirty="0" err="1">
                <a:solidFill>
                  <a:schemeClr val="bg1"/>
                </a:solidFill>
                <a:latin typeface="+mn-lt"/>
              </a:rPr>
              <a:t>row</a:t>
            </a:r>
            <a:r>
              <a:rPr lang="fr-FR" dirty="0">
                <a:solidFill>
                  <a:schemeClr val="bg1"/>
                </a:solidFill>
                <a:latin typeface="+mn-lt"/>
              </a:rPr>
              <a:t>, col)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  <a:latin typeface="+mn-lt"/>
              </a:rPr>
              <a:t>Carousel</a:t>
            </a:r>
            <a:r>
              <a:rPr lang="fr-FR" dirty="0">
                <a:solidFill>
                  <a:schemeClr val="bg1"/>
                </a:solidFill>
                <a:latin typeface="+mn-lt"/>
              </a:rPr>
              <a:t> pour témoignages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  <a:latin typeface="+mn-lt"/>
              </a:rPr>
              <a:t>Accordion</a:t>
            </a:r>
            <a:r>
              <a:rPr lang="fr-FR" dirty="0">
                <a:solidFill>
                  <a:schemeClr val="bg1"/>
                </a:solidFill>
                <a:latin typeface="+mn-lt"/>
              </a:rPr>
              <a:t> pour FAQ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  <a:latin typeface="+mn-lt"/>
              </a:rPr>
              <a:t>Cards</a:t>
            </a:r>
            <a:r>
              <a:rPr lang="fr-FR" dirty="0">
                <a:solidFill>
                  <a:schemeClr val="bg1"/>
                </a:solidFill>
                <a:latin typeface="+mn-lt"/>
              </a:rPr>
              <a:t> pour freelances et </a:t>
            </a:r>
            <a:r>
              <a:rPr lang="fr-FR" dirty="0" smtClean="0">
                <a:solidFill>
                  <a:schemeClr val="bg1"/>
                </a:solidFill>
                <a:latin typeface="+mn-lt"/>
              </a:rPr>
              <a:t>tarifs</a:t>
            </a: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  <a:latin typeface="+mn-lt"/>
            </a:endParaRPr>
          </a:p>
          <a:p>
            <a:pPr algn="ctr"/>
            <a:r>
              <a:rPr lang="fr-FR" sz="1800" dirty="0">
                <a:solidFill>
                  <a:schemeClr val="bg1"/>
                </a:solidFill>
                <a:latin typeface="+mn-lt"/>
              </a:rPr>
              <a:t>CSS Avancé </a:t>
            </a:r>
            <a:r>
              <a:rPr lang="fr-FR" sz="1800" dirty="0" smtClean="0">
                <a:solidFill>
                  <a:schemeClr val="bg1"/>
                </a:solidFill>
                <a:latin typeface="+mn-lt"/>
              </a:rPr>
              <a:t>:</a:t>
            </a:r>
          </a:p>
          <a:p>
            <a:pPr algn="ctr"/>
            <a:endParaRPr lang="fr-FR" sz="1800" dirty="0">
              <a:solidFill>
                <a:schemeClr val="bg1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+mn-lt"/>
              </a:rPr>
              <a:t>Variables CSS (</a:t>
            </a:r>
            <a:r>
              <a:rPr lang="fr-FR" dirty="0" err="1">
                <a:solidFill>
                  <a:schemeClr val="bg1"/>
                </a:solidFill>
                <a:latin typeface="+mn-lt"/>
              </a:rPr>
              <a:t>theming</a:t>
            </a:r>
            <a:r>
              <a:rPr lang="fr-FR" dirty="0">
                <a:solidFill>
                  <a:schemeClr val="bg1"/>
                </a:solidFill>
                <a:latin typeface="+mn-lt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  <a:latin typeface="+mn-lt"/>
              </a:rPr>
              <a:t>Grid</a:t>
            </a:r>
            <a:r>
              <a:rPr lang="fr-FR" dirty="0">
                <a:solidFill>
                  <a:schemeClr val="bg1"/>
                </a:solidFill>
                <a:latin typeface="+mn-lt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+mn-lt"/>
              </a:rPr>
              <a:t>layout</a:t>
            </a:r>
            <a:r>
              <a:rPr lang="fr-FR" dirty="0">
                <a:solidFill>
                  <a:schemeClr val="bg1"/>
                </a:solidFill>
                <a:latin typeface="+mn-lt"/>
              </a:rPr>
              <a:t> (bento-</a:t>
            </a:r>
            <a:r>
              <a:rPr lang="fr-FR" dirty="0" err="1">
                <a:solidFill>
                  <a:schemeClr val="bg1"/>
                </a:solidFill>
                <a:latin typeface="+mn-lt"/>
              </a:rPr>
              <a:t>grid</a:t>
            </a:r>
            <a:r>
              <a:rPr lang="fr-FR" dirty="0">
                <a:solidFill>
                  <a:schemeClr val="bg1"/>
                </a:solidFill>
                <a:latin typeface="+mn-lt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>
                <a:solidFill>
                  <a:schemeClr val="bg1"/>
                </a:solidFill>
                <a:latin typeface="+mn-lt"/>
              </a:rPr>
              <a:t>Flexbox</a:t>
            </a:r>
            <a:endParaRPr lang="fr-FR" dirty="0">
              <a:solidFill>
                <a:schemeClr val="bg1"/>
              </a:solidFill>
              <a:latin typeface="+mn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+mn-lt"/>
              </a:rPr>
              <a:t>Media </a:t>
            </a:r>
            <a:r>
              <a:rPr lang="fr-FR" dirty="0" err="1">
                <a:solidFill>
                  <a:schemeClr val="bg1"/>
                </a:solidFill>
                <a:latin typeface="+mn-lt"/>
              </a:rPr>
              <a:t>queries</a:t>
            </a:r>
            <a:r>
              <a:rPr lang="fr-FR" dirty="0">
                <a:solidFill>
                  <a:schemeClr val="bg1"/>
                </a:solidFill>
                <a:latin typeface="+mn-lt"/>
              </a:rPr>
              <a:t> responsives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+mn-lt"/>
              </a:rPr>
              <a:t>Transitions et animations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 err="1" smtClean="0">
                <a:solidFill>
                  <a:schemeClr val="bg1"/>
                </a:solidFill>
                <a:latin typeface="+mn-lt"/>
              </a:rPr>
              <a:t>Dark</a:t>
            </a:r>
            <a:r>
              <a:rPr lang="fr-FR" dirty="0" smtClean="0">
                <a:solidFill>
                  <a:schemeClr val="bg1"/>
                </a:solidFill>
                <a:latin typeface="+mn-lt"/>
              </a:rPr>
              <a:t> mode (</a:t>
            </a:r>
            <a:r>
              <a:rPr lang="fr-FR" dirty="0" err="1" smtClean="0">
                <a:solidFill>
                  <a:schemeClr val="bg1"/>
                </a:solidFill>
                <a:latin typeface="+mn-lt"/>
              </a:rPr>
              <a:t>toggle</a:t>
            </a:r>
            <a:r>
              <a:rPr lang="fr-FR" dirty="0" smtClean="0">
                <a:solidFill>
                  <a:schemeClr val="bg1"/>
                </a:solidFill>
                <a:latin typeface="+mn-lt"/>
              </a:rPr>
              <a:t> thème)</a:t>
            </a:r>
            <a:endParaRPr lang="fr-FR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2389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6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6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Google Shape;2765;p64"/>
          <p:cNvSpPr txBox="1">
            <a:spLocks noGrp="1"/>
          </p:cNvSpPr>
          <p:nvPr>
            <p:ph type="title" idx="2"/>
          </p:nvPr>
        </p:nvSpPr>
        <p:spPr>
          <a:xfrm>
            <a:off x="2545460" y="516597"/>
            <a:ext cx="4112982" cy="916768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lvl="0"/>
            <a:r>
              <a:rPr lang="fr-FR" sz="6600" dirty="0" err="1">
                <a:latin typeface="+mj-lt"/>
              </a:rPr>
              <a:t>GitHub</a:t>
            </a:r>
            <a:endParaRPr sz="6600" dirty="0">
              <a:latin typeface="+mj-lt"/>
            </a:endParaRPr>
          </a:p>
        </p:txBody>
      </p:sp>
      <p:grpSp>
        <p:nvGrpSpPr>
          <p:cNvPr id="2767" name="Google Shape;2767;p64"/>
          <p:cNvGrpSpPr/>
          <p:nvPr/>
        </p:nvGrpSpPr>
        <p:grpSpPr>
          <a:xfrm flipH="1">
            <a:off x="2124013" y="1936921"/>
            <a:ext cx="793256" cy="182899"/>
            <a:chOff x="2685575" y="2835950"/>
            <a:chExt cx="433000" cy="99825"/>
          </a:xfrm>
        </p:grpSpPr>
        <p:sp>
          <p:nvSpPr>
            <p:cNvPr id="2768" name="Google Shape;2768;p64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9" name="Google Shape;2769;p64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0" name="Google Shape;2770;p64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1" name="Google Shape;2771;p64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72" name="Google Shape;2772;p64"/>
          <p:cNvSpPr/>
          <p:nvPr/>
        </p:nvSpPr>
        <p:spPr>
          <a:xfrm rot="10800000" flipH="1">
            <a:off x="6498641" y="596700"/>
            <a:ext cx="825452" cy="1673688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3" name="Google Shape;2773;p64"/>
          <p:cNvSpPr/>
          <p:nvPr/>
        </p:nvSpPr>
        <p:spPr>
          <a:xfrm flipH="1">
            <a:off x="7676711" y="2990985"/>
            <a:ext cx="555517" cy="554294"/>
          </a:xfrm>
          <a:custGeom>
            <a:avLst/>
            <a:gdLst/>
            <a:ahLst/>
            <a:cxnLst/>
            <a:rect l="l" t="t" r="r" b="b"/>
            <a:pathLst>
              <a:path w="11362" h="11337" extrusionOk="0">
                <a:moveTo>
                  <a:pt x="11362" y="5668"/>
                </a:moveTo>
                <a:cubicBezTo>
                  <a:pt x="11362" y="8798"/>
                  <a:pt x="8823" y="11337"/>
                  <a:pt x="5669" y="11337"/>
                </a:cubicBezTo>
                <a:cubicBezTo>
                  <a:pt x="2539" y="11337"/>
                  <a:pt x="1" y="8798"/>
                  <a:pt x="1" y="5668"/>
                </a:cubicBezTo>
                <a:cubicBezTo>
                  <a:pt x="1" y="2539"/>
                  <a:pt x="2539" y="0"/>
                  <a:pt x="5669" y="0"/>
                </a:cubicBezTo>
                <a:cubicBezTo>
                  <a:pt x="8823" y="0"/>
                  <a:pt x="11362" y="2539"/>
                  <a:pt x="11362" y="5668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5" name="Google Shape;2775;p64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6" name="Google Shape;2776;p64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7" name="Google Shape;2777;p64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8" name="Google Shape;2778;p64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9" name="Google Shape;2779;p64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2493298" y="1531254"/>
            <a:ext cx="394178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1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Commits</a:t>
            </a:r>
            <a:r>
              <a:rPr kumimoji="0" lang="fr-FR" altLang="fr-FR" sz="2000" b="0" i="1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réguliers et sémantiques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 bwMode="auto">
          <a:xfrm>
            <a:off x="3241688" y="2028370"/>
            <a:ext cx="178895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fr-SN" altLang="fr-FR" sz="2000" b="1" i="1" dirty="0" smtClean="0">
                <a:solidFill>
                  <a:schemeClr val="bg1"/>
                </a:solidFill>
                <a:latin typeface="+mj-lt"/>
              </a:rPr>
              <a:t>Git </a:t>
            </a:r>
            <a:r>
              <a:rPr lang="fr-SN" altLang="fr-FR" sz="2000" b="1" i="1" dirty="0" err="1" smtClean="0">
                <a:solidFill>
                  <a:schemeClr val="bg1"/>
                </a:solidFill>
                <a:latin typeface="+mj-lt"/>
              </a:rPr>
              <a:t>add</a:t>
            </a:r>
            <a:r>
              <a:rPr lang="fr-SN" altLang="fr-FR" sz="2000" b="1" i="1" dirty="0" smtClean="0">
                <a:solidFill>
                  <a:schemeClr val="bg1"/>
                </a:solidFill>
                <a:latin typeface="+mj-lt"/>
              </a:rPr>
              <a:t> .</a:t>
            </a: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fr-SN" altLang="fr-FR" sz="2000" b="1" i="1" dirty="0" smtClean="0">
                <a:solidFill>
                  <a:schemeClr val="bg1"/>
                </a:solidFill>
                <a:latin typeface="+mj-lt"/>
              </a:rPr>
              <a:t>Git commit  -m</a:t>
            </a:r>
          </a:p>
          <a:p>
            <a:pPr marL="0" indent="0" algn="l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fr-SN" altLang="fr-FR" sz="2000" b="1" i="1" dirty="0" smtClean="0">
                <a:solidFill>
                  <a:schemeClr val="bg1"/>
                </a:solidFill>
                <a:latin typeface="+mj-lt"/>
              </a:rPr>
              <a:t>Git push </a:t>
            </a:r>
            <a:endParaRPr lang="fr-FR" altLang="fr-FR" sz="2000" b="1" dirty="0" smtClean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3241688" y="3124721"/>
            <a:ext cx="1607812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fr-SN" altLang="fr-FR" sz="2000" i="1" dirty="0" err="1" smtClean="0">
                <a:solidFill>
                  <a:schemeClr val="bg1"/>
                </a:solidFill>
                <a:latin typeface="+mj-lt"/>
              </a:rPr>
              <a:t>Github</a:t>
            </a:r>
            <a:r>
              <a:rPr lang="fr-SN" altLang="fr-FR" sz="2000" i="1" dirty="0" smtClean="0">
                <a:solidFill>
                  <a:schemeClr val="bg1"/>
                </a:solidFill>
                <a:latin typeface="+mj-lt"/>
              </a:rPr>
              <a:t> page : </a:t>
            </a:r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760719" y="3564411"/>
            <a:ext cx="747150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fr-SN" altLang="fr-FR" sz="2000" i="1" dirty="0" smtClean="0">
                <a:solidFill>
                  <a:schemeClr val="bg1"/>
                </a:solidFill>
                <a:latin typeface="+mj-lt"/>
              </a:rPr>
              <a:t>Lien: </a:t>
            </a:r>
            <a:r>
              <a:rPr lang="fr-SN" altLang="fr-FR" sz="2000" i="1" dirty="0" smtClean="0">
                <a:solidFill>
                  <a:schemeClr val="bg1"/>
                </a:solidFill>
                <a:latin typeface="+mj-lt"/>
                <a:hlinkClick r:id="rId4"/>
              </a:rPr>
              <a:t>https://dioufamy1500-eng.github.io/Amy_Diouf_AfritTalent/</a:t>
            </a:r>
            <a:r>
              <a:rPr lang="fr-SN" altLang="fr-FR" sz="2000" i="1" dirty="0" smtClean="0">
                <a:solidFill>
                  <a:schemeClr val="bg1"/>
                </a:solidFill>
                <a:latin typeface="+mj-lt"/>
              </a:rPr>
              <a:t> </a:t>
            </a:r>
            <a:r>
              <a:rPr lang="fr-SN" altLang="fr-FR" sz="2000" i="1" dirty="0" smtClean="0">
                <a:solidFill>
                  <a:schemeClr val="bg1"/>
                </a:solidFill>
                <a:latin typeface="Menlo"/>
              </a:rPr>
              <a:t> </a:t>
            </a:r>
          </a:p>
        </p:txBody>
      </p:sp>
      <p:sp>
        <p:nvSpPr>
          <p:cNvPr id="30" name="Rectangle 3"/>
          <p:cNvSpPr txBox="1">
            <a:spLocks noChangeArrowheads="1"/>
          </p:cNvSpPr>
          <p:nvPr/>
        </p:nvSpPr>
        <p:spPr bwMode="auto">
          <a:xfrm>
            <a:off x="2414659" y="4044260"/>
            <a:ext cx="4800994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spcFirstLastPara="1"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7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i Jamjuree"/>
              <a:buNone/>
              <a:defRPr sz="1400" b="0" i="0" u="none" strike="noStrike" cap="none">
                <a:solidFill>
                  <a:schemeClr val="lt1"/>
                </a:solidFill>
                <a:latin typeface="Bai Jamjuree"/>
                <a:ea typeface="Bai Jamjuree"/>
                <a:cs typeface="Bai Jamjuree"/>
                <a:sym typeface="Bai Jamjuree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fr-SN" altLang="fr-FR" sz="2000" i="1" dirty="0" smtClean="0">
                <a:solidFill>
                  <a:schemeClr val="bg1"/>
                </a:solidFill>
                <a:latin typeface="+mj-lt"/>
              </a:rPr>
              <a:t>Branch main </a:t>
            </a:r>
            <a:r>
              <a:rPr lang="fr-SN" altLang="fr-FR" sz="2000" i="1" dirty="0" err="1" smtClean="0">
                <a:solidFill>
                  <a:schemeClr val="bg1"/>
                </a:solidFill>
                <a:latin typeface="+mj-lt"/>
              </a:rPr>
              <a:t>deploiyée</a:t>
            </a:r>
            <a:r>
              <a:rPr lang="fr-SN" altLang="fr-FR" sz="2000" i="1" dirty="0" smtClean="0">
                <a:solidFill>
                  <a:schemeClr val="bg1"/>
                </a:solidFill>
                <a:latin typeface="+mj-lt"/>
              </a:rPr>
              <a:t> automatiquement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27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1000"/>
                                        <p:tgtEl>
                                          <p:spTgt spid="2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2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p74"/>
          <p:cNvSpPr txBox="1">
            <a:spLocks noGrp="1"/>
          </p:cNvSpPr>
          <p:nvPr>
            <p:ph type="title"/>
          </p:nvPr>
        </p:nvSpPr>
        <p:spPr>
          <a:xfrm>
            <a:off x="715500" y="538250"/>
            <a:ext cx="7713000" cy="627788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ctr"/>
            <a:r>
              <a:rPr lang="fr-FR" sz="4000" b="1" dirty="0">
                <a:latin typeface="+mj-lt"/>
              </a:rPr>
              <a:t>Difficultés rencontrées</a:t>
            </a:r>
            <a:r>
              <a:rPr lang="fr-FR" b="1" dirty="0">
                <a:latin typeface="+mj-lt"/>
              </a:rPr>
              <a:t/>
            </a:r>
            <a:br>
              <a:rPr lang="fr-FR" b="1" dirty="0">
                <a:latin typeface="+mj-lt"/>
              </a:rPr>
            </a:br>
            <a:endParaRPr dirty="0">
              <a:latin typeface="+mj-lt"/>
            </a:endParaRPr>
          </a:p>
        </p:txBody>
      </p:sp>
      <p:sp>
        <p:nvSpPr>
          <p:cNvPr id="3061" name="Google Shape;3061;p74"/>
          <p:cNvSpPr txBox="1">
            <a:spLocks noGrp="1"/>
          </p:cNvSpPr>
          <p:nvPr>
            <p:ph type="body" idx="1"/>
          </p:nvPr>
        </p:nvSpPr>
        <p:spPr>
          <a:xfrm>
            <a:off x="1221000" y="1512026"/>
            <a:ext cx="67020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dirty="0" smtClean="0">
                <a:latin typeface="+mj-lt"/>
              </a:rPr>
              <a:t>Probleme de comprehension en JavaScript </a:t>
            </a:r>
            <a:endParaRPr dirty="0" smtClean="0">
              <a:solidFill>
                <a:schemeClr val="lt1"/>
              </a:solidFill>
              <a:latin typeface="+mj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fr-FR" dirty="0" smtClean="0">
                <a:latin typeface="+mj-lt"/>
              </a:rPr>
              <a:t>L</a:t>
            </a:r>
            <a:r>
              <a:rPr lang="en" dirty="0" smtClean="0">
                <a:latin typeface="+mj-lt"/>
              </a:rPr>
              <a:t>es classes en boostrap</a:t>
            </a:r>
            <a:endParaRPr dirty="0" smtClean="0">
              <a:solidFill>
                <a:schemeClr val="lt1"/>
              </a:solidFill>
              <a:latin typeface="+mj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en" dirty="0" smtClean="0">
                <a:latin typeface="+mj-lt"/>
              </a:rPr>
              <a:t>Probleme d’insertion d’image, logo et surtout le google maps</a:t>
            </a:r>
            <a:endParaRPr lang="en" dirty="0">
              <a:latin typeface="+mj-lt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</a:pPr>
            <a:r>
              <a:rPr lang="fr-FR" dirty="0" smtClean="0">
                <a:solidFill>
                  <a:schemeClr val="lt1"/>
                </a:solidFill>
                <a:latin typeface="+mj-lt"/>
              </a:rPr>
              <a:t>P</a:t>
            </a:r>
            <a:r>
              <a:rPr lang="en" dirty="0" smtClean="0">
                <a:solidFill>
                  <a:schemeClr val="lt1"/>
                </a:solidFill>
                <a:latin typeface="+mj-lt"/>
              </a:rPr>
              <a:t>robleme sur les animations CSS</a:t>
            </a:r>
            <a:endParaRPr lang="fr-SN" dirty="0" smtClean="0">
              <a:solidFill>
                <a:schemeClr val="lt1"/>
              </a:solidFill>
              <a:latin typeface="+mj-lt"/>
            </a:endParaRPr>
          </a:p>
        </p:txBody>
      </p:sp>
      <p:grpSp>
        <p:nvGrpSpPr>
          <p:cNvPr id="3062" name="Google Shape;3062;p74"/>
          <p:cNvGrpSpPr/>
          <p:nvPr/>
        </p:nvGrpSpPr>
        <p:grpSpPr>
          <a:xfrm>
            <a:off x="5770608" y="2836321"/>
            <a:ext cx="793256" cy="182899"/>
            <a:chOff x="2685575" y="2835950"/>
            <a:chExt cx="433000" cy="99825"/>
          </a:xfrm>
        </p:grpSpPr>
        <p:sp>
          <p:nvSpPr>
            <p:cNvPr id="3063" name="Google Shape;3063;p74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74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74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74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7" name="Google Shape;3067;p74"/>
          <p:cNvSpPr/>
          <p:nvPr/>
        </p:nvSpPr>
        <p:spPr>
          <a:xfrm flipH="1">
            <a:off x="7150660" y="2622188"/>
            <a:ext cx="825452" cy="1673688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8" name="Google Shape;3068;p74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9" name="Google Shape;3069;p74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0" name="Google Shape;3070;p74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1" name="Google Shape;3071;p74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74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1000" fill="hold"/>
                                        <p:tgtEl>
                                          <p:spTgt spid="30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p74"/>
          <p:cNvSpPr txBox="1">
            <a:spLocks noGrp="1"/>
          </p:cNvSpPr>
          <p:nvPr>
            <p:ph type="title"/>
          </p:nvPr>
        </p:nvSpPr>
        <p:spPr>
          <a:xfrm>
            <a:off x="338097" y="538250"/>
            <a:ext cx="8090403" cy="627788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ctr"/>
            <a:r>
              <a:rPr lang="fr-FR" sz="4000" b="1" dirty="0"/>
              <a:t> </a:t>
            </a:r>
            <a:r>
              <a:rPr lang="fr-FR" sz="4000" b="1" dirty="0">
                <a:latin typeface="+mj-lt"/>
              </a:rPr>
              <a:t>Ressources </a:t>
            </a:r>
            <a:r>
              <a:rPr lang="fr-FR" sz="4000" b="1" dirty="0" smtClean="0">
                <a:latin typeface="+mj-lt"/>
              </a:rPr>
              <a:t>utilisées et outils</a:t>
            </a:r>
            <a:r>
              <a:rPr lang="fr-FR" sz="4000" b="1" dirty="0">
                <a:latin typeface="+mj-lt"/>
              </a:rPr>
              <a:t/>
            </a:r>
            <a:br>
              <a:rPr lang="fr-FR" sz="4000" b="1" dirty="0">
                <a:latin typeface="+mj-lt"/>
              </a:rPr>
            </a:br>
            <a:r>
              <a:rPr lang="fr-FR" b="1" dirty="0">
                <a:latin typeface="+mj-lt"/>
              </a:rPr>
              <a:t/>
            </a:r>
            <a:br>
              <a:rPr lang="fr-FR" b="1" dirty="0">
                <a:latin typeface="+mj-lt"/>
              </a:rPr>
            </a:br>
            <a:endParaRPr dirty="0">
              <a:latin typeface="+mj-lt"/>
            </a:endParaRPr>
          </a:p>
        </p:txBody>
      </p:sp>
      <p:sp>
        <p:nvSpPr>
          <p:cNvPr id="3061" name="Google Shape;3061;p74"/>
          <p:cNvSpPr txBox="1">
            <a:spLocks noGrp="1"/>
          </p:cNvSpPr>
          <p:nvPr>
            <p:ph type="body" idx="1"/>
          </p:nvPr>
        </p:nvSpPr>
        <p:spPr>
          <a:xfrm>
            <a:off x="1246474" y="1391672"/>
            <a:ext cx="6702000" cy="17690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+mj-lt"/>
            </a:endParaRPr>
          </a:p>
          <a:p>
            <a:r>
              <a:rPr lang="en-US" dirty="0">
                <a:latin typeface="+mj-lt"/>
              </a:rPr>
              <a:t>MDN Web Docs (JavaScript, CSS Grid)</a:t>
            </a:r>
          </a:p>
          <a:p>
            <a:r>
              <a:rPr lang="fr-FR" dirty="0" err="1">
                <a:latin typeface="+mj-lt"/>
              </a:rPr>
              <a:t>Bootstrap</a:t>
            </a:r>
            <a:r>
              <a:rPr lang="fr-FR" dirty="0">
                <a:latin typeface="+mj-lt"/>
              </a:rPr>
              <a:t> </a:t>
            </a:r>
            <a:r>
              <a:rPr lang="fr-FR" dirty="0" smtClean="0">
                <a:latin typeface="+mj-lt"/>
              </a:rPr>
              <a:t>documentation</a:t>
            </a:r>
          </a:p>
          <a:p>
            <a:r>
              <a:rPr lang="fr-FR" dirty="0" smtClean="0">
                <a:latin typeface="+mj-lt"/>
              </a:rPr>
              <a:t> </a:t>
            </a:r>
            <a:r>
              <a:rPr lang="fr-FR" dirty="0" err="1" smtClean="0">
                <a:latin typeface="+mj-lt"/>
              </a:rPr>
              <a:t>Youtube</a:t>
            </a:r>
            <a:endParaRPr lang="fr-FR" dirty="0" smtClean="0">
              <a:latin typeface="+mj-lt"/>
            </a:endParaRPr>
          </a:p>
          <a:p>
            <a:r>
              <a:rPr lang="fr-FR" dirty="0" err="1" smtClean="0">
                <a:latin typeface="+mj-lt"/>
              </a:rPr>
              <a:t>etc</a:t>
            </a:r>
            <a:r>
              <a:rPr lang="fr-FR" dirty="0" smtClean="0">
                <a:latin typeface="+mj-lt"/>
              </a:rPr>
              <a:t/>
            </a:r>
            <a:br>
              <a:rPr lang="fr-FR" dirty="0" smtClean="0">
                <a:latin typeface="+mj-lt"/>
              </a:rPr>
            </a:br>
            <a:endParaRPr lang="fr-FR" dirty="0" smtClean="0">
              <a:latin typeface="+mj-lt"/>
            </a:endParaRPr>
          </a:p>
        </p:txBody>
      </p:sp>
      <p:grpSp>
        <p:nvGrpSpPr>
          <p:cNvPr id="3062" name="Google Shape;3062;p74"/>
          <p:cNvGrpSpPr/>
          <p:nvPr/>
        </p:nvGrpSpPr>
        <p:grpSpPr>
          <a:xfrm>
            <a:off x="5770608" y="2836321"/>
            <a:ext cx="793256" cy="182899"/>
            <a:chOff x="2685575" y="2835950"/>
            <a:chExt cx="433000" cy="99825"/>
          </a:xfrm>
        </p:grpSpPr>
        <p:sp>
          <p:nvSpPr>
            <p:cNvPr id="3063" name="Google Shape;3063;p74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74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74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74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7" name="Google Shape;3067;p74"/>
          <p:cNvSpPr/>
          <p:nvPr/>
        </p:nvSpPr>
        <p:spPr>
          <a:xfrm flipH="1">
            <a:off x="7150660" y="2622188"/>
            <a:ext cx="825452" cy="1673688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8" name="Google Shape;3068;p74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9" name="Google Shape;3069;p74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0" name="Google Shape;3070;p74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1" name="Google Shape;3071;p74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74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334" y="2860742"/>
            <a:ext cx="2354364" cy="1541834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824" y="2860741"/>
            <a:ext cx="2143125" cy="1541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21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5" dur="1000" fill="hold"/>
                                        <p:tgtEl>
                                          <p:spTgt spid="30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p74"/>
          <p:cNvSpPr txBox="1">
            <a:spLocks noGrp="1"/>
          </p:cNvSpPr>
          <p:nvPr>
            <p:ph type="title"/>
          </p:nvPr>
        </p:nvSpPr>
        <p:spPr>
          <a:xfrm>
            <a:off x="2397418" y="538250"/>
            <a:ext cx="4464424" cy="627788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ctr"/>
            <a:r>
              <a:rPr lang="fr-FR" sz="4000" b="1" dirty="0">
                <a:latin typeface="+mj-lt"/>
              </a:rPr>
              <a:t> </a:t>
            </a:r>
            <a:r>
              <a:rPr lang="fr-FR" sz="4000" dirty="0">
                <a:latin typeface="+mj-lt"/>
              </a:rPr>
              <a:t> </a:t>
            </a:r>
            <a:r>
              <a:rPr lang="fr-FR" sz="4000" b="1" dirty="0">
                <a:latin typeface="+mj-lt"/>
              </a:rPr>
              <a:t>Démonstration</a:t>
            </a:r>
            <a:br>
              <a:rPr lang="fr-FR" sz="4000" b="1" dirty="0">
                <a:latin typeface="+mj-lt"/>
              </a:rPr>
            </a:br>
            <a:r>
              <a:rPr lang="fr-FR" sz="4000" b="1" dirty="0">
                <a:latin typeface="+mj-lt"/>
              </a:rPr>
              <a:t/>
            </a:r>
            <a:br>
              <a:rPr lang="fr-FR" sz="4000" b="1" dirty="0">
                <a:latin typeface="+mj-lt"/>
              </a:rPr>
            </a:br>
            <a:r>
              <a:rPr lang="fr-FR" b="1" dirty="0">
                <a:latin typeface="+mj-lt"/>
              </a:rPr>
              <a:t/>
            </a:r>
            <a:br>
              <a:rPr lang="fr-FR" b="1" dirty="0">
                <a:latin typeface="+mj-lt"/>
              </a:rPr>
            </a:br>
            <a:endParaRPr dirty="0">
              <a:latin typeface="+mj-lt"/>
            </a:endParaRPr>
          </a:p>
        </p:txBody>
      </p:sp>
      <p:grpSp>
        <p:nvGrpSpPr>
          <p:cNvPr id="3062" name="Google Shape;3062;p74"/>
          <p:cNvGrpSpPr/>
          <p:nvPr/>
        </p:nvGrpSpPr>
        <p:grpSpPr>
          <a:xfrm>
            <a:off x="5770608" y="2836321"/>
            <a:ext cx="793256" cy="182899"/>
            <a:chOff x="2685575" y="2835950"/>
            <a:chExt cx="433000" cy="99825"/>
          </a:xfrm>
        </p:grpSpPr>
        <p:sp>
          <p:nvSpPr>
            <p:cNvPr id="3063" name="Google Shape;3063;p74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064" name="Google Shape;3064;p74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065" name="Google Shape;3065;p74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3066" name="Google Shape;3066;p74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</p:grpSp>
      <p:sp>
        <p:nvSpPr>
          <p:cNvPr id="3067" name="Google Shape;3067;p74"/>
          <p:cNvSpPr/>
          <p:nvPr/>
        </p:nvSpPr>
        <p:spPr>
          <a:xfrm flipH="1">
            <a:off x="7150660" y="2622188"/>
            <a:ext cx="825452" cy="1673688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068" name="Google Shape;3068;p74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069" name="Google Shape;3069;p74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070" name="Google Shape;3070;p74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071" name="Google Shape;3071;p74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3072" name="Google Shape;3072;p74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18" name="Google Shape;3060;p74"/>
          <p:cNvSpPr txBox="1">
            <a:spLocks/>
          </p:cNvSpPr>
          <p:nvPr/>
        </p:nvSpPr>
        <p:spPr>
          <a:xfrm>
            <a:off x="720782" y="2382049"/>
            <a:ext cx="4862432" cy="915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pPr algn="ctr"/>
            <a:r>
              <a:rPr lang="fr-FR" sz="1100" b="1" dirty="0" smtClean="0">
                <a:latin typeface="+mj-lt"/>
              </a:rPr>
              <a:t> </a:t>
            </a:r>
            <a:r>
              <a:rPr lang="fr-FR" sz="1100" dirty="0" smtClean="0">
                <a:latin typeface="+mj-lt"/>
              </a:rPr>
              <a:t> </a:t>
            </a:r>
            <a:r>
              <a:rPr lang="fr-FR" sz="1100" b="1" dirty="0" smtClean="0">
                <a:latin typeface="+mj-lt"/>
              </a:rPr>
              <a:t>Lien</a:t>
            </a:r>
            <a:r>
              <a:rPr lang="fr-FR" sz="1100" b="1" dirty="0" smtClean="0">
                <a:latin typeface="+mj-lt"/>
                <a:hlinkClick r:id="rId4"/>
              </a:rPr>
              <a:t>: https://dioufamy1500-eng.github.io/Amy_Diouf_AfritTalent</a:t>
            </a:r>
            <a:r>
              <a:rPr lang="fr-FR" sz="1000" b="1" dirty="0" smtClean="0">
                <a:latin typeface="+mj-lt"/>
                <a:hlinkClick r:id="rId4"/>
              </a:rPr>
              <a:t>/</a:t>
            </a:r>
            <a:r>
              <a:rPr lang="fr-FR" sz="1000" b="1" dirty="0" smtClean="0">
                <a:latin typeface="+mj-lt"/>
              </a:rPr>
              <a:t>  </a:t>
            </a:r>
            <a:r>
              <a:rPr lang="fr-FR" sz="4000" b="1" dirty="0" smtClean="0">
                <a:latin typeface="+mj-lt"/>
              </a:rPr>
              <a:t/>
            </a:r>
            <a:br>
              <a:rPr lang="fr-FR" sz="4000" b="1" dirty="0" smtClean="0">
                <a:latin typeface="+mj-lt"/>
              </a:rPr>
            </a:br>
            <a:r>
              <a:rPr lang="fr-FR" b="1" dirty="0" smtClean="0">
                <a:latin typeface="+mj-lt"/>
              </a:rPr>
              <a:t/>
            </a:r>
            <a:br>
              <a:rPr lang="fr-FR" b="1" dirty="0" smtClean="0">
                <a:latin typeface="+mj-lt"/>
              </a:rPr>
            </a:br>
            <a:endParaRPr lang="fr-FR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4000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12" dur="1000" fill="hold"/>
                                        <p:tgtEl>
                                          <p:spTgt spid="306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Google Shape;3060;p74"/>
          <p:cNvSpPr txBox="1">
            <a:spLocks noGrp="1"/>
          </p:cNvSpPr>
          <p:nvPr>
            <p:ph type="title"/>
          </p:nvPr>
        </p:nvSpPr>
        <p:spPr>
          <a:xfrm>
            <a:off x="1709609" y="615096"/>
            <a:ext cx="5524820" cy="627788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ctr"/>
            <a:r>
              <a:rPr lang="fr-FR" sz="4000" b="1" dirty="0"/>
              <a:t> </a:t>
            </a:r>
            <a:r>
              <a:rPr lang="fr-FR" sz="2800" b="1" dirty="0" smtClean="0">
                <a:latin typeface="+mj-lt"/>
              </a:rPr>
              <a:t>Conclusion et perspectives</a:t>
            </a:r>
            <a:r>
              <a:rPr lang="fr-FR" sz="2800" b="1" dirty="0"/>
              <a:t/>
            </a:r>
            <a:br>
              <a:rPr lang="fr-FR" sz="2800" b="1" dirty="0"/>
            </a:br>
            <a:r>
              <a:rPr lang="fr-FR" sz="2800" b="1" dirty="0"/>
              <a:t/>
            </a:r>
            <a:br>
              <a:rPr lang="fr-FR" sz="2800" b="1" dirty="0"/>
            </a:br>
            <a:r>
              <a:rPr lang="fr-FR" b="1" dirty="0"/>
              <a:t/>
            </a:r>
            <a:br>
              <a:rPr lang="fr-FR" b="1" dirty="0"/>
            </a:br>
            <a:endParaRPr dirty="0"/>
          </a:p>
        </p:txBody>
      </p:sp>
      <p:grpSp>
        <p:nvGrpSpPr>
          <p:cNvPr id="3062" name="Google Shape;3062;p74"/>
          <p:cNvGrpSpPr/>
          <p:nvPr/>
        </p:nvGrpSpPr>
        <p:grpSpPr>
          <a:xfrm>
            <a:off x="5770608" y="2836321"/>
            <a:ext cx="793256" cy="182899"/>
            <a:chOff x="2685575" y="2835950"/>
            <a:chExt cx="433000" cy="99825"/>
          </a:xfrm>
        </p:grpSpPr>
        <p:sp>
          <p:nvSpPr>
            <p:cNvPr id="3063" name="Google Shape;3063;p74"/>
            <p:cNvSpPr/>
            <p:nvPr/>
          </p:nvSpPr>
          <p:spPr>
            <a:xfrm>
              <a:off x="303225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4" name="Google Shape;3064;p74"/>
            <p:cNvSpPr/>
            <p:nvPr/>
          </p:nvSpPr>
          <p:spPr>
            <a:xfrm>
              <a:off x="2917000" y="2835950"/>
              <a:ext cx="85850" cy="99825"/>
            </a:xfrm>
            <a:custGeom>
              <a:avLst/>
              <a:gdLst/>
              <a:ahLst/>
              <a:cxnLst/>
              <a:rect l="l" t="t" r="r" b="b"/>
              <a:pathLst>
                <a:path w="3434" h="3993" extrusionOk="0">
                  <a:moveTo>
                    <a:pt x="3434" y="0"/>
                  </a:moveTo>
                  <a:lnTo>
                    <a:pt x="1" y="2006"/>
                  </a:lnTo>
                  <a:lnTo>
                    <a:pt x="3434" y="3993"/>
                  </a:lnTo>
                  <a:lnTo>
                    <a:pt x="343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5" name="Google Shape;3065;p74"/>
            <p:cNvSpPr/>
            <p:nvPr/>
          </p:nvSpPr>
          <p:spPr>
            <a:xfrm>
              <a:off x="2801300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2" y="0"/>
                  </a:moveTo>
                  <a:lnTo>
                    <a:pt x="0" y="2006"/>
                  </a:lnTo>
                  <a:lnTo>
                    <a:pt x="3452" y="3993"/>
                  </a:lnTo>
                  <a:lnTo>
                    <a:pt x="345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6" name="Google Shape;3066;p74"/>
            <p:cNvSpPr/>
            <p:nvPr/>
          </p:nvSpPr>
          <p:spPr>
            <a:xfrm>
              <a:off x="2685575" y="2835950"/>
              <a:ext cx="86325" cy="99825"/>
            </a:xfrm>
            <a:custGeom>
              <a:avLst/>
              <a:gdLst/>
              <a:ahLst/>
              <a:cxnLst/>
              <a:rect l="l" t="t" r="r" b="b"/>
              <a:pathLst>
                <a:path w="3453" h="3993" extrusionOk="0">
                  <a:moveTo>
                    <a:pt x="3453" y="0"/>
                  </a:moveTo>
                  <a:lnTo>
                    <a:pt x="0" y="2006"/>
                  </a:lnTo>
                  <a:lnTo>
                    <a:pt x="3453" y="3993"/>
                  </a:lnTo>
                  <a:lnTo>
                    <a:pt x="345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68" name="Google Shape;3068;p74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9" name="Google Shape;3069;p74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0" name="Google Shape;3070;p74">
            <a:hlinkClick r:id="rId3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1" name="Google Shape;3071;p74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2" name="Google Shape;3072;p74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3060;p74"/>
          <p:cNvSpPr txBox="1">
            <a:spLocks/>
          </p:cNvSpPr>
          <p:nvPr/>
        </p:nvSpPr>
        <p:spPr>
          <a:xfrm>
            <a:off x="1509051" y="1724698"/>
            <a:ext cx="6925180" cy="1702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Font typeface="Aldrich"/>
              <a:buNone/>
              <a:defRPr sz="2900" b="0" i="0" u="none" strike="noStrike" cap="none">
                <a:solidFill>
                  <a:schemeClr val="lt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r>
              <a:rPr lang="fr-FR" sz="1600" dirty="0" err="1">
                <a:latin typeface="+mj-lt"/>
              </a:rPr>
              <a:t>AfriTalent</a:t>
            </a:r>
            <a:r>
              <a:rPr lang="fr-FR" sz="1600" dirty="0">
                <a:latin typeface="+mj-lt"/>
              </a:rPr>
              <a:t> est une plateforme moderne et responsive qui remplit tous ses objectifs : design soigné, interface intuitive, fonctionnalités dynamiques (filtrage, thème sombre, animations) et code structuré. À court terme, nous souhaitons ajouter une base de données et un système d'authentification ; à long terme, intégrer un système de paiement sécurisé (</a:t>
            </a:r>
            <a:r>
              <a:rPr lang="fr-FR" sz="1600" dirty="0" err="1">
                <a:latin typeface="+mj-lt"/>
              </a:rPr>
              <a:t>escrow</a:t>
            </a:r>
            <a:r>
              <a:rPr lang="fr-FR" sz="1600" dirty="0">
                <a:latin typeface="+mj-lt"/>
              </a:rPr>
              <a:t>) et développer une application mobile.</a:t>
            </a:r>
          </a:p>
          <a:p>
            <a:r>
              <a:rPr lang="fr-FR" sz="1100" dirty="0">
                <a:latin typeface="+mj-lt"/>
              </a:rPr>
              <a:t/>
            </a:r>
            <a:br>
              <a:rPr lang="fr-FR" sz="1100" dirty="0">
                <a:latin typeface="+mj-lt"/>
              </a:rPr>
            </a:br>
            <a:endParaRPr lang="fr-FR" sz="11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53376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3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26" name="Google Shape;3526;p86"/>
          <p:cNvGrpSpPr/>
          <p:nvPr/>
        </p:nvGrpSpPr>
        <p:grpSpPr>
          <a:xfrm>
            <a:off x="2290890" y="573334"/>
            <a:ext cx="1965289" cy="517060"/>
            <a:chOff x="3539975" y="3523525"/>
            <a:chExt cx="745925" cy="196250"/>
          </a:xfrm>
        </p:grpSpPr>
        <p:sp>
          <p:nvSpPr>
            <p:cNvPr id="3527" name="Google Shape;3527;p86"/>
            <p:cNvSpPr/>
            <p:nvPr/>
          </p:nvSpPr>
          <p:spPr>
            <a:xfrm>
              <a:off x="353997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8" name="Google Shape;3528;p86"/>
            <p:cNvSpPr/>
            <p:nvPr/>
          </p:nvSpPr>
          <p:spPr>
            <a:xfrm>
              <a:off x="35766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9" name="Google Shape;3529;p86"/>
            <p:cNvSpPr/>
            <p:nvPr/>
          </p:nvSpPr>
          <p:spPr>
            <a:xfrm>
              <a:off x="36132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0" name="Google Shape;3530;p86"/>
            <p:cNvSpPr/>
            <p:nvPr/>
          </p:nvSpPr>
          <p:spPr>
            <a:xfrm>
              <a:off x="36499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1" name="Google Shape;3531;p86"/>
            <p:cNvSpPr/>
            <p:nvPr/>
          </p:nvSpPr>
          <p:spPr>
            <a:xfrm>
              <a:off x="36865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2" name="Google Shape;3532;p86"/>
            <p:cNvSpPr/>
            <p:nvPr/>
          </p:nvSpPr>
          <p:spPr>
            <a:xfrm>
              <a:off x="37232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3" name="Google Shape;3533;p86"/>
            <p:cNvSpPr/>
            <p:nvPr/>
          </p:nvSpPr>
          <p:spPr>
            <a:xfrm>
              <a:off x="37598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4" name="Google Shape;3534;p86"/>
            <p:cNvSpPr/>
            <p:nvPr/>
          </p:nvSpPr>
          <p:spPr>
            <a:xfrm>
              <a:off x="37964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86"/>
            <p:cNvSpPr/>
            <p:nvPr/>
          </p:nvSpPr>
          <p:spPr>
            <a:xfrm>
              <a:off x="383312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86"/>
            <p:cNvSpPr/>
            <p:nvPr/>
          </p:nvSpPr>
          <p:spPr>
            <a:xfrm>
              <a:off x="3869775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86"/>
            <p:cNvSpPr/>
            <p:nvPr/>
          </p:nvSpPr>
          <p:spPr>
            <a:xfrm>
              <a:off x="3906425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86"/>
            <p:cNvSpPr/>
            <p:nvPr/>
          </p:nvSpPr>
          <p:spPr>
            <a:xfrm>
              <a:off x="39430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1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86"/>
            <p:cNvSpPr/>
            <p:nvPr/>
          </p:nvSpPr>
          <p:spPr>
            <a:xfrm>
              <a:off x="397970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86"/>
            <p:cNvSpPr/>
            <p:nvPr/>
          </p:nvSpPr>
          <p:spPr>
            <a:xfrm>
              <a:off x="4016350" y="3523525"/>
              <a:ext cx="196275" cy="196250"/>
            </a:xfrm>
            <a:custGeom>
              <a:avLst/>
              <a:gdLst/>
              <a:ahLst/>
              <a:cxnLst/>
              <a:rect l="l" t="t" r="r" b="b"/>
              <a:pathLst>
                <a:path w="7851" h="7850" fill="none" extrusionOk="0">
                  <a:moveTo>
                    <a:pt x="1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86"/>
            <p:cNvSpPr/>
            <p:nvPr/>
          </p:nvSpPr>
          <p:spPr>
            <a:xfrm>
              <a:off x="405300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86"/>
            <p:cNvSpPr/>
            <p:nvPr/>
          </p:nvSpPr>
          <p:spPr>
            <a:xfrm>
              <a:off x="4089650" y="3523525"/>
              <a:ext cx="196250" cy="196250"/>
            </a:xfrm>
            <a:custGeom>
              <a:avLst/>
              <a:gdLst/>
              <a:ahLst/>
              <a:cxnLst/>
              <a:rect l="l" t="t" r="r" b="b"/>
              <a:pathLst>
                <a:path w="7850" h="7850" fill="none" extrusionOk="0">
                  <a:moveTo>
                    <a:pt x="0" y="0"/>
                  </a:moveTo>
                  <a:lnTo>
                    <a:pt x="7850" y="78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lt1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43" name="Google Shape;3543;p86"/>
          <p:cNvSpPr txBox="1">
            <a:spLocks noGrp="1"/>
          </p:cNvSpPr>
          <p:nvPr>
            <p:ph type="title"/>
          </p:nvPr>
        </p:nvSpPr>
        <p:spPr>
          <a:xfrm>
            <a:off x="1987800" y="1227877"/>
            <a:ext cx="5168400" cy="1771915"/>
          </a:xfrm>
          <a:prstGeom prst="rect">
            <a:avLst/>
          </a:prstGeom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+mn-lt"/>
              </a:rPr>
              <a:t>Merci</a:t>
            </a:r>
            <a:endParaRPr dirty="0">
              <a:solidFill>
                <a:schemeClr val="dk2"/>
              </a:solidFill>
              <a:latin typeface="+mn-lt"/>
            </a:endParaRPr>
          </a:p>
        </p:txBody>
      </p:sp>
      <p:cxnSp>
        <p:nvCxnSpPr>
          <p:cNvPr id="3544" name="Google Shape;3544;p86"/>
          <p:cNvCxnSpPr/>
          <p:nvPr/>
        </p:nvCxnSpPr>
        <p:spPr>
          <a:xfrm>
            <a:off x="3340884" y="3654852"/>
            <a:ext cx="2580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545" name="Google Shape;3545;p86"/>
          <p:cNvGrpSpPr/>
          <p:nvPr/>
        </p:nvGrpSpPr>
        <p:grpSpPr>
          <a:xfrm>
            <a:off x="5633458" y="-1519770"/>
            <a:ext cx="2795003" cy="2795003"/>
            <a:chOff x="1943325" y="-220375"/>
            <a:chExt cx="1298672" cy="1298672"/>
          </a:xfrm>
        </p:grpSpPr>
        <p:sp>
          <p:nvSpPr>
            <p:cNvPr id="3546" name="Google Shape;3546;p86"/>
            <p:cNvSpPr/>
            <p:nvPr/>
          </p:nvSpPr>
          <p:spPr>
            <a:xfrm>
              <a:off x="2582255" y="-220375"/>
              <a:ext cx="49" cy="460871"/>
            </a:xfrm>
            <a:custGeom>
              <a:avLst/>
              <a:gdLst/>
              <a:ahLst/>
              <a:cxnLst/>
              <a:rect l="l" t="t" r="r" b="b"/>
              <a:pathLst>
                <a:path w="1" h="9432" fill="none" extrusionOk="0">
                  <a:moveTo>
                    <a:pt x="0" y="0"/>
                  </a:moveTo>
                  <a:lnTo>
                    <a:pt x="0" y="943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86"/>
            <p:cNvSpPr/>
            <p:nvPr/>
          </p:nvSpPr>
          <p:spPr>
            <a:xfrm>
              <a:off x="2414509" y="-195895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0" y="1"/>
                  </a:moveTo>
                  <a:lnTo>
                    <a:pt x="2431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86"/>
            <p:cNvSpPr/>
            <p:nvPr/>
          </p:nvSpPr>
          <p:spPr>
            <a:xfrm>
              <a:off x="2259027" y="-128024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0" y="0"/>
                  </a:moveTo>
                  <a:lnTo>
                    <a:pt x="4706" y="815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86"/>
            <p:cNvSpPr/>
            <p:nvPr/>
          </p:nvSpPr>
          <p:spPr>
            <a:xfrm>
              <a:off x="2126121" y="-22481"/>
              <a:ext cx="325180" cy="325180"/>
            </a:xfrm>
            <a:custGeom>
              <a:avLst/>
              <a:gdLst/>
              <a:ahLst/>
              <a:cxnLst/>
              <a:rect l="l" t="t" r="r" b="b"/>
              <a:pathLst>
                <a:path w="6655" h="6655" fill="none" extrusionOk="0">
                  <a:moveTo>
                    <a:pt x="1" y="0"/>
                  </a:moveTo>
                  <a:lnTo>
                    <a:pt x="6655" y="66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86"/>
            <p:cNvSpPr/>
            <p:nvPr/>
          </p:nvSpPr>
          <p:spPr>
            <a:xfrm>
              <a:off x="2025317" y="113211"/>
              <a:ext cx="398669" cy="230924"/>
            </a:xfrm>
            <a:custGeom>
              <a:avLst/>
              <a:gdLst/>
              <a:ahLst/>
              <a:cxnLst/>
              <a:rect l="l" t="t" r="r" b="b"/>
              <a:pathLst>
                <a:path w="8159" h="4726" fill="none" extrusionOk="0">
                  <a:moveTo>
                    <a:pt x="0" y="1"/>
                  </a:moveTo>
                  <a:lnTo>
                    <a:pt x="8158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86"/>
            <p:cNvSpPr/>
            <p:nvPr/>
          </p:nvSpPr>
          <p:spPr>
            <a:xfrm>
              <a:off x="1963114" y="270598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0" y="0"/>
                  </a:moveTo>
                  <a:lnTo>
                    <a:pt x="9103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86"/>
            <p:cNvSpPr/>
            <p:nvPr/>
          </p:nvSpPr>
          <p:spPr>
            <a:xfrm>
              <a:off x="1943325" y="439273"/>
              <a:ext cx="460871" cy="49"/>
            </a:xfrm>
            <a:custGeom>
              <a:avLst/>
              <a:gdLst/>
              <a:ahLst/>
              <a:cxnLst/>
              <a:rect l="l" t="t" r="r" b="b"/>
              <a:pathLst>
                <a:path w="9432" h="1" fill="none" extrusionOk="0">
                  <a:moveTo>
                    <a:pt x="0" y="1"/>
                  </a:moveTo>
                  <a:lnTo>
                    <a:pt x="9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86"/>
            <p:cNvSpPr/>
            <p:nvPr/>
          </p:nvSpPr>
          <p:spPr>
            <a:xfrm>
              <a:off x="1967805" y="487354"/>
              <a:ext cx="445821" cy="119713"/>
            </a:xfrm>
            <a:custGeom>
              <a:avLst/>
              <a:gdLst/>
              <a:ahLst/>
              <a:cxnLst/>
              <a:rect l="l" t="t" r="r" b="b"/>
              <a:pathLst>
                <a:path w="9124" h="2450" fill="none" extrusionOk="0">
                  <a:moveTo>
                    <a:pt x="1" y="2450"/>
                  </a:moveTo>
                  <a:lnTo>
                    <a:pt x="912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86"/>
            <p:cNvSpPr/>
            <p:nvPr/>
          </p:nvSpPr>
          <p:spPr>
            <a:xfrm>
              <a:off x="2035676" y="532600"/>
              <a:ext cx="398669" cy="229996"/>
            </a:xfrm>
            <a:custGeom>
              <a:avLst/>
              <a:gdLst/>
              <a:ahLst/>
              <a:cxnLst/>
              <a:rect l="l" t="t" r="r" b="b"/>
              <a:pathLst>
                <a:path w="8159" h="4707" fill="none" extrusionOk="0">
                  <a:moveTo>
                    <a:pt x="0" y="4706"/>
                  </a:moveTo>
                  <a:lnTo>
                    <a:pt x="815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86"/>
            <p:cNvSpPr/>
            <p:nvPr/>
          </p:nvSpPr>
          <p:spPr>
            <a:xfrm>
              <a:off x="2141219" y="569345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0" y="6674"/>
                  </a:moveTo>
                  <a:lnTo>
                    <a:pt x="6673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86"/>
            <p:cNvSpPr/>
            <p:nvPr/>
          </p:nvSpPr>
          <p:spPr>
            <a:xfrm>
              <a:off x="2277840" y="597588"/>
              <a:ext cx="229996" cy="398718"/>
            </a:xfrm>
            <a:custGeom>
              <a:avLst/>
              <a:gdLst/>
              <a:ahLst/>
              <a:cxnLst/>
              <a:rect l="l" t="t" r="r" b="b"/>
              <a:pathLst>
                <a:path w="4707" h="8160" fill="none" extrusionOk="0">
                  <a:moveTo>
                    <a:pt x="1" y="8159"/>
                  </a:moveTo>
                  <a:lnTo>
                    <a:pt x="470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86"/>
            <p:cNvSpPr/>
            <p:nvPr/>
          </p:nvSpPr>
          <p:spPr>
            <a:xfrm>
              <a:off x="2435227" y="613615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1" y="9104"/>
                  </a:moveTo>
                  <a:lnTo>
                    <a:pt x="243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86"/>
            <p:cNvSpPr/>
            <p:nvPr/>
          </p:nvSpPr>
          <p:spPr>
            <a:xfrm>
              <a:off x="2602973" y="617377"/>
              <a:ext cx="49" cy="460920"/>
            </a:xfrm>
            <a:custGeom>
              <a:avLst/>
              <a:gdLst/>
              <a:ahLst/>
              <a:cxnLst/>
              <a:rect l="l" t="t" r="r" b="b"/>
              <a:pathLst>
                <a:path w="1" h="9433" fill="none" extrusionOk="0">
                  <a:moveTo>
                    <a:pt x="1" y="9432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86"/>
            <p:cNvSpPr/>
            <p:nvPr/>
          </p:nvSpPr>
          <p:spPr>
            <a:xfrm>
              <a:off x="2651982" y="607996"/>
              <a:ext cx="118785" cy="444844"/>
            </a:xfrm>
            <a:custGeom>
              <a:avLst/>
              <a:gdLst/>
              <a:ahLst/>
              <a:cxnLst/>
              <a:rect l="l" t="t" r="r" b="b"/>
              <a:pathLst>
                <a:path w="2431" h="9104" fill="none" extrusionOk="0">
                  <a:moveTo>
                    <a:pt x="2431" y="91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86"/>
            <p:cNvSpPr/>
            <p:nvPr/>
          </p:nvSpPr>
          <p:spPr>
            <a:xfrm>
              <a:off x="2696300" y="586301"/>
              <a:ext cx="229996" cy="398669"/>
            </a:xfrm>
            <a:custGeom>
              <a:avLst/>
              <a:gdLst/>
              <a:ahLst/>
              <a:cxnLst/>
              <a:rect l="l" t="t" r="r" b="b"/>
              <a:pathLst>
                <a:path w="4707" h="8159" fill="none" extrusionOk="0">
                  <a:moveTo>
                    <a:pt x="4706" y="8159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86"/>
            <p:cNvSpPr/>
            <p:nvPr/>
          </p:nvSpPr>
          <p:spPr>
            <a:xfrm>
              <a:off x="2733974" y="554247"/>
              <a:ext cx="325180" cy="326108"/>
            </a:xfrm>
            <a:custGeom>
              <a:avLst/>
              <a:gdLst/>
              <a:ahLst/>
              <a:cxnLst/>
              <a:rect l="l" t="t" r="r" b="b"/>
              <a:pathLst>
                <a:path w="6655" h="6674" fill="none" extrusionOk="0">
                  <a:moveTo>
                    <a:pt x="6655" y="66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86"/>
            <p:cNvSpPr/>
            <p:nvPr/>
          </p:nvSpPr>
          <p:spPr>
            <a:xfrm>
              <a:off x="2761288" y="513739"/>
              <a:ext cx="398718" cy="229996"/>
            </a:xfrm>
            <a:custGeom>
              <a:avLst/>
              <a:gdLst/>
              <a:ahLst/>
              <a:cxnLst/>
              <a:rect l="l" t="t" r="r" b="b"/>
              <a:pathLst>
                <a:path w="8160" h="4707" fill="none" extrusionOk="0">
                  <a:moveTo>
                    <a:pt x="8159" y="4706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86"/>
            <p:cNvSpPr/>
            <p:nvPr/>
          </p:nvSpPr>
          <p:spPr>
            <a:xfrm>
              <a:off x="2777315" y="466636"/>
              <a:ext cx="444893" cy="119713"/>
            </a:xfrm>
            <a:custGeom>
              <a:avLst/>
              <a:gdLst/>
              <a:ahLst/>
              <a:cxnLst/>
              <a:rect l="l" t="t" r="r" b="b"/>
              <a:pathLst>
                <a:path w="9105" h="2450" fill="none" extrusionOk="0">
                  <a:moveTo>
                    <a:pt x="9104" y="2449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86"/>
            <p:cNvSpPr/>
            <p:nvPr/>
          </p:nvSpPr>
          <p:spPr>
            <a:xfrm>
              <a:off x="2781077" y="417626"/>
              <a:ext cx="460920" cy="49"/>
            </a:xfrm>
            <a:custGeom>
              <a:avLst/>
              <a:gdLst/>
              <a:ahLst/>
              <a:cxnLst/>
              <a:rect l="l" t="t" r="r" b="b"/>
              <a:pathLst>
                <a:path w="9433" h="1" fill="none" extrusionOk="0">
                  <a:moveTo>
                    <a:pt x="9432" y="0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86"/>
            <p:cNvSpPr/>
            <p:nvPr/>
          </p:nvSpPr>
          <p:spPr>
            <a:xfrm>
              <a:off x="2771696" y="249880"/>
              <a:ext cx="444844" cy="119713"/>
            </a:xfrm>
            <a:custGeom>
              <a:avLst/>
              <a:gdLst/>
              <a:ahLst/>
              <a:cxnLst/>
              <a:rect l="l" t="t" r="r" b="b"/>
              <a:pathLst>
                <a:path w="9104" h="2450" fill="none" extrusionOk="0">
                  <a:moveTo>
                    <a:pt x="9103" y="0"/>
                  </a:moveTo>
                  <a:lnTo>
                    <a:pt x="0" y="245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6" name="Google Shape;3566;p86"/>
            <p:cNvSpPr/>
            <p:nvPr/>
          </p:nvSpPr>
          <p:spPr>
            <a:xfrm>
              <a:off x="2750929" y="94350"/>
              <a:ext cx="398718" cy="230973"/>
            </a:xfrm>
            <a:custGeom>
              <a:avLst/>
              <a:gdLst/>
              <a:ahLst/>
              <a:cxnLst/>
              <a:rect l="l" t="t" r="r" b="b"/>
              <a:pathLst>
                <a:path w="8160" h="4727" fill="none" extrusionOk="0">
                  <a:moveTo>
                    <a:pt x="8159" y="1"/>
                  </a:moveTo>
                  <a:lnTo>
                    <a:pt x="1" y="472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7" name="Google Shape;3567;p86"/>
            <p:cNvSpPr/>
            <p:nvPr/>
          </p:nvSpPr>
          <p:spPr>
            <a:xfrm>
              <a:off x="2717947" y="-38508"/>
              <a:ext cx="326108" cy="326108"/>
            </a:xfrm>
            <a:custGeom>
              <a:avLst/>
              <a:gdLst/>
              <a:ahLst/>
              <a:cxnLst/>
              <a:rect l="l" t="t" r="r" b="b"/>
              <a:pathLst>
                <a:path w="6674" h="6674" fill="none" extrusionOk="0">
                  <a:moveTo>
                    <a:pt x="6674" y="0"/>
                  </a:moveTo>
                  <a:lnTo>
                    <a:pt x="1" y="667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8" name="Google Shape;3568;p86"/>
            <p:cNvSpPr/>
            <p:nvPr/>
          </p:nvSpPr>
          <p:spPr>
            <a:xfrm>
              <a:off x="2677439" y="-139361"/>
              <a:ext cx="229996" cy="399646"/>
            </a:xfrm>
            <a:custGeom>
              <a:avLst/>
              <a:gdLst/>
              <a:ahLst/>
              <a:cxnLst/>
              <a:rect l="l" t="t" r="r" b="b"/>
              <a:pathLst>
                <a:path w="4707" h="8179" fill="none" extrusionOk="0">
                  <a:moveTo>
                    <a:pt x="4706" y="1"/>
                  </a:moveTo>
                  <a:lnTo>
                    <a:pt x="0" y="817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9" name="Google Shape;3569;p86"/>
            <p:cNvSpPr/>
            <p:nvPr/>
          </p:nvSpPr>
          <p:spPr>
            <a:xfrm>
              <a:off x="2631264" y="-201563"/>
              <a:ext cx="118785" cy="444893"/>
            </a:xfrm>
            <a:custGeom>
              <a:avLst/>
              <a:gdLst/>
              <a:ahLst/>
              <a:cxnLst/>
              <a:rect l="l" t="t" r="r" b="b"/>
              <a:pathLst>
                <a:path w="2431" h="9105" fill="none" extrusionOk="0">
                  <a:moveTo>
                    <a:pt x="2430" y="1"/>
                  </a:moveTo>
                  <a:lnTo>
                    <a:pt x="0" y="910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0" name="Google Shape;3570;p86"/>
            <p:cNvSpPr/>
            <p:nvPr/>
          </p:nvSpPr>
          <p:spPr>
            <a:xfrm>
              <a:off x="2607712" y="-215684"/>
              <a:ext cx="62251" cy="456180"/>
            </a:xfrm>
            <a:custGeom>
              <a:avLst/>
              <a:gdLst/>
              <a:ahLst/>
              <a:cxnLst/>
              <a:rect l="l" t="t" r="r" b="b"/>
              <a:pathLst>
                <a:path w="1274" h="9336" fill="none" extrusionOk="0">
                  <a:moveTo>
                    <a:pt x="1273" y="0"/>
                  </a:moveTo>
                  <a:lnTo>
                    <a:pt x="0" y="933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1" name="Google Shape;3571;p86"/>
            <p:cNvSpPr/>
            <p:nvPr/>
          </p:nvSpPr>
          <p:spPr>
            <a:xfrm>
              <a:off x="2500263" y="-213779"/>
              <a:ext cx="57511" cy="457109"/>
            </a:xfrm>
            <a:custGeom>
              <a:avLst/>
              <a:gdLst/>
              <a:ahLst/>
              <a:cxnLst/>
              <a:rect l="l" t="t" r="r" b="b"/>
              <a:pathLst>
                <a:path w="1177" h="9355" fill="none" extrusionOk="0">
                  <a:moveTo>
                    <a:pt x="1" y="0"/>
                  </a:moveTo>
                  <a:lnTo>
                    <a:pt x="1177" y="935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2" name="Google Shape;3572;p86"/>
            <p:cNvSpPr/>
            <p:nvPr/>
          </p:nvSpPr>
          <p:spPr>
            <a:xfrm>
              <a:off x="2337208" y="-168580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1" y="1"/>
                  </a:moveTo>
                  <a:lnTo>
                    <a:pt x="3569" y="873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3" name="Google Shape;3573;p86"/>
            <p:cNvSpPr/>
            <p:nvPr/>
          </p:nvSpPr>
          <p:spPr>
            <a:xfrm>
              <a:off x="2191157" y="-8184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0" y="0"/>
                  </a:moveTo>
                  <a:lnTo>
                    <a:pt x="5709" y="750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4" name="Google Shape;3574;p86"/>
            <p:cNvSpPr/>
            <p:nvPr/>
          </p:nvSpPr>
          <p:spPr>
            <a:xfrm>
              <a:off x="2072420" y="39722"/>
              <a:ext cx="364759" cy="281790"/>
            </a:xfrm>
            <a:custGeom>
              <a:avLst/>
              <a:gdLst/>
              <a:ahLst/>
              <a:cxnLst/>
              <a:rect l="l" t="t" r="r" b="b"/>
              <a:pathLst>
                <a:path w="7465" h="5767" fill="none" extrusionOk="0">
                  <a:moveTo>
                    <a:pt x="0" y="0"/>
                  </a:moveTo>
                  <a:lnTo>
                    <a:pt x="7464" y="5767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5" name="Google Shape;3575;p86"/>
            <p:cNvSpPr/>
            <p:nvPr/>
          </p:nvSpPr>
          <p:spPr>
            <a:xfrm>
              <a:off x="1989500" y="187678"/>
              <a:ext cx="425055" cy="178153"/>
            </a:xfrm>
            <a:custGeom>
              <a:avLst/>
              <a:gdLst/>
              <a:ahLst/>
              <a:cxnLst/>
              <a:rect l="l" t="t" r="r" b="b"/>
              <a:pathLst>
                <a:path w="8699" h="3646" fill="none" extrusionOk="0">
                  <a:moveTo>
                    <a:pt x="0" y="0"/>
                  </a:moveTo>
                  <a:lnTo>
                    <a:pt x="8698" y="3645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6" name="Google Shape;3576;p86"/>
            <p:cNvSpPr/>
            <p:nvPr/>
          </p:nvSpPr>
          <p:spPr>
            <a:xfrm>
              <a:off x="1948016" y="351662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1" y="0"/>
                  </a:moveTo>
                  <a:lnTo>
                    <a:pt x="9335" y="1273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7" name="Google Shape;3577;p86"/>
            <p:cNvSpPr/>
            <p:nvPr/>
          </p:nvSpPr>
          <p:spPr>
            <a:xfrm>
              <a:off x="1949921" y="462824"/>
              <a:ext cx="457109" cy="58488"/>
            </a:xfrm>
            <a:custGeom>
              <a:avLst/>
              <a:gdLst/>
              <a:ahLst/>
              <a:cxnLst/>
              <a:rect l="l" t="t" r="r" b="b"/>
              <a:pathLst>
                <a:path w="9355" h="1197" fill="none" extrusionOk="0">
                  <a:moveTo>
                    <a:pt x="0" y="1197"/>
                  </a:moveTo>
                  <a:lnTo>
                    <a:pt x="9354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8" name="Google Shape;3578;p86"/>
            <p:cNvSpPr/>
            <p:nvPr/>
          </p:nvSpPr>
          <p:spPr>
            <a:xfrm>
              <a:off x="1996097" y="509977"/>
              <a:ext cx="425983" cy="174390"/>
            </a:xfrm>
            <a:custGeom>
              <a:avLst/>
              <a:gdLst/>
              <a:ahLst/>
              <a:cxnLst/>
              <a:rect l="l" t="t" r="r" b="b"/>
              <a:pathLst>
                <a:path w="8718" h="3569" fill="none" extrusionOk="0">
                  <a:moveTo>
                    <a:pt x="0" y="3568"/>
                  </a:moveTo>
                  <a:lnTo>
                    <a:pt x="8718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9" name="Google Shape;3579;p86"/>
            <p:cNvSpPr/>
            <p:nvPr/>
          </p:nvSpPr>
          <p:spPr>
            <a:xfrm>
              <a:off x="2081851" y="551413"/>
              <a:ext cx="367593" cy="279005"/>
            </a:xfrm>
            <a:custGeom>
              <a:avLst/>
              <a:gdLst/>
              <a:ahLst/>
              <a:cxnLst/>
              <a:rect l="l" t="t" r="r" b="b"/>
              <a:pathLst>
                <a:path w="7523" h="5710" fill="none" extrusionOk="0">
                  <a:moveTo>
                    <a:pt x="0" y="5710"/>
                  </a:moveTo>
                  <a:lnTo>
                    <a:pt x="7522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0" name="Google Shape;3580;p86"/>
            <p:cNvSpPr/>
            <p:nvPr/>
          </p:nvSpPr>
          <p:spPr>
            <a:xfrm>
              <a:off x="2203422" y="584395"/>
              <a:ext cx="281790" cy="363830"/>
            </a:xfrm>
            <a:custGeom>
              <a:avLst/>
              <a:gdLst/>
              <a:ahLst/>
              <a:cxnLst/>
              <a:rect l="l" t="t" r="r" b="b"/>
              <a:pathLst>
                <a:path w="5767" h="7446" fill="none" extrusionOk="0">
                  <a:moveTo>
                    <a:pt x="0" y="7446"/>
                  </a:moveTo>
                  <a:lnTo>
                    <a:pt x="5767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1" name="Google Shape;3581;p86"/>
            <p:cNvSpPr/>
            <p:nvPr/>
          </p:nvSpPr>
          <p:spPr>
            <a:xfrm>
              <a:off x="2351378" y="607018"/>
              <a:ext cx="178153" cy="424126"/>
            </a:xfrm>
            <a:custGeom>
              <a:avLst/>
              <a:gdLst/>
              <a:ahLst/>
              <a:cxnLst/>
              <a:rect l="l" t="t" r="r" b="b"/>
              <a:pathLst>
                <a:path w="3646" h="8680" fill="none" extrusionOk="0">
                  <a:moveTo>
                    <a:pt x="0" y="8680"/>
                  </a:moveTo>
                  <a:lnTo>
                    <a:pt x="3645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2" name="Google Shape;3582;p86"/>
            <p:cNvSpPr/>
            <p:nvPr/>
          </p:nvSpPr>
          <p:spPr>
            <a:xfrm>
              <a:off x="2515362" y="616449"/>
              <a:ext cx="62251" cy="457109"/>
            </a:xfrm>
            <a:custGeom>
              <a:avLst/>
              <a:gdLst/>
              <a:ahLst/>
              <a:cxnLst/>
              <a:rect l="l" t="t" r="r" b="b"/>
              <a:pathLst>
                <a:path w="1274" h="9355" fill="none" extrusionOk="0">
                  <a:moveTo>
                    <a:pt x="0" y="9355"/>
                  </a:moveTo>
                  <a:lnTo>
                    <a:pt x="1273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3" name="Google Shape;3583;p86"/>
            <p:cNvSpPr/>
            <p:nvPr/>
          </p:nvSpPr>
          <p:spPr>
            <a:xfrm>
              <a:off x="2626524" y="614592"/>
              <a:ext cx="58488" cy="457109"/>
            </a:xfrm>
            <a:custGeom>
              <a:avLst/>
              <a:gdLst/>
              <a:ahLst/>
              <a:cxnLst/>
              <a:rect l="l" t="t" r="r" b="b"/>
              <a:pathLst>
                <a:path w="1197" h="9355" fill="none" extrusionOk="0">
                  <a:moveTo>
                    <a:pt x="1197" y="9354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4" name="Google Shape;3584;p86"/>
            <p:cNvSpPr/>
            <p:nvPr/>
          </p:nvSpPr>
          <p:spPr>
            <a:xfrm>
              <a:off x="2673677" y="598565"/>
              <a:ext cx="174390" cy="426961"/>
            </a:xfrm>
            <a:custGeom>
              <a:avLst/>
              <a:gdLst/>
              <a:ahLst/>
              <a:cxnLst/>
              <a:rect l="l" t="t" r="r" b="b"/>
              <a:pathLst>
                <a:path w="3569" h="8738" fill="none" extrusionOk="0">
                  <a:moveTo>
                    <a:pt x="3568" y="8737"/>
                  </a:moveTo>
                  <a:lnTo>
                    <a:pt x="0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5" name="Google Shape;3585;p86"/>
            <p:cNvSpPr/>
            <p:nvPr/>
          </p:nvSpPr>
          <p:spPr>
            <a:xfrm>
              <a:off x="2715113" y="572179"/>
              <a:ext cx="279005" cy="366615"/>
            </a:xfrm>
            <a:custGeom>
              <a:avLst/>
              <a:gdLst/>
              <a:ahLst/>
              <a:cxnLst/>
              <a:rect l="l" t="t" r="r" b="b"/>
              <a:pathLst>
                <a:path w="5710" h="7503" fill="none" extrusionOk="0">
                  <a:moveTo>
                    <a:pt x="5710" y="7503"/>
                  </a:moveTo>
                  <a:lnTo>
                    <a:pt x="1" y="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6" name="Google Shape;3586;p86"/>
            <p:cNvSpPr/>
            <p:nvPr/>
          </p:nvSpPr>
          <p:spPr>
            <a:xfrm>
              <a:off x="2748095" y="535386"/>
              <a:ext cx="364759" cy="281839"/>
            </a:xfrm>
            <a:custGeom>
              <a:avLst/>
              <a:gdLst/>
              <a:ahLst/>
              <a:cxnLst/>
              <a:rect l="l" t="t" r="r" b="b"/>
              <a:pathLst>
                <a:path w="7465" h="5768" fill="none" extrusionOk="0">
                  <a:moveTo>
                    <a:pt x="7465" y="5768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7" name="Google Shape;3587;p86"/>
            <p:cNvSpPr/>
            <p:nvPr/>
          </p:nvSpPr>
          <p:spPr>
            <a:xfrm>
              <a:off x="2770718" y="491116"/>
              <a:ext cx="424126" cy="179081"/>
            </a:xfrm>
            <a:custGeom>
              <a:avLst/>
              <a:gdLst/>
              <a:ahLst/>
              <a:cxnLst/>
              <a:rect l="l" t="t" r="r" b="b"/>
              <a:pathLst>
                <a:path w="8680" h="3665" fill="none" extrusionOk="0">
                  <a:moveTo>
                    <a:pt x="8680" y="3665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8" name="Google Shape;3588;p86"/>
            <p:cNvSpPr/>
            <p:nvPr/>
          </p:nvSpPr>
          <p:spPr>
            <a:xfrm>
              <a:off x="2781077" y="443035"/>
              <a:ext cx="456180" cy="62251"/>
            </a:xfrm>
            <a:custGeom>
              <a:avLst/>
              <a:gdLst/>
              <a:ahLst/>
              <a:cxnLst/>
              <a:rect l="l" t="t" r="r" b="b"/>
              <a:pathLst>
                <a:path w="9336" h="1274" fill="none" extrusionOk="0">
                  <a:moveTo>
                    <a:pt x="9336" y="1274"/>
                  </a:moveTo>
                  <a:lnTo>
                    <a:pt x="1" y="1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9" name="Google Shape;3589;p86"/>
            <p:cNvSpPr/>
            <p:nvPr/>
          </p:nvSpPr>
          <p:spPr>
            <a:xfrm>
              <a:off x="2778292" y="335635"/>
              <a:ext cx="457109" cy="58440"/>
            </a:xfrm>
            <a:custGeom>
              <a:avLst/>
              <a:gdLst/>
              <a:ahLst/>
              <a:cxnLst/>
              <a:rect l="l" t="t" r="r" b="b"/>
              <a:pathLst>
                <a:path w="9355" h="1196" fill="none" extrusionOk="0">
                  <a:moveTo>
                    <a:pt x="9354" y="0"/>
                  </a:moveTo>
                  <a:lnTo>
                    <a:pt x="0" y="1196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0" name="Google Shape;3590;p86"/>
            <p:cNvSpPr/>
            <p:nvPr/>
          </p:nvSpPr>
          <p:spPr>
            <a:xfrm>
              <a:off x="2763194" y="172579"/>
              <a:ext cx="426032" cy="174390"/>
            </a:xfrm>
            <a:custGeom>
              <a:avLst/>
              <a:gdLst/>
              <a:ahLst/>
              <a:cxnLst/>
              <a:rect l="l" t="t" r="r" b="b"/>
              <a:pathLst>
                <a:path w="8719" h="3569" fill="none" extrusionOk="0">
                  <a:moveTo>
                    <a:pt x="8718" y="1"/>
                  </a:moveTo>
                  <a:lnTo>
                    <a:pt x="1" y="3569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86"/>
            <p:cNvSpPr/>
            <p:nvPr/>
          </p:nvSpPr>
          <p:spPr>
            <a:xfrm>
              <a:off x="2735879" y="27457"/>
              <a:ext cx="366615" cy="278076"/>
            </a:xfrm>
            <a:custGeom>
              <a:avLst/>
              <a:gdLst/>
              <a:ahLst/>
              <a:cxnLst/>
              <a:rect l="l" t="t" r="r" b="b"/>
              <a:pathLst>
                <a:path w="7503" h="5691" fill="none" extrusionOk="0">
                  <a:moveTo>
                    <a:pt x="7503" y="0"/>
                  </a:moveTo>
                  <a:lnTo>
                    <a:pt x="0" y="5690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86"/>
            <p:cNvSpPr/>
            <p:nvPr/>
          </p:nvSpPr>
          <p:spPr>
            <a:xfrm>
              <a:off x="2699135" y="-91280"/>
              <a:ext cx="282767" cy="364759"/>
            </a:xfrm>
            <a:custGeom>
              <a:avLst/>
              <a:gdLst/>
              <a:ahLst/>
              <a:cxnLst/>
              <a:rect l="l" t="t" r="r" b="b"/>
              <a:pathLst>
                <a:path w="5787" h="7465" fill="none" extrusionOk="0">
                  <a:moveTo>
                    <a:pt x="5786" y="0"/>
                  </a:moveTo>
                  <a:lnTo>
                    <a:pt x="0" y="7464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86"/>
            <p:cNvSpPr/>
            <p:nvPr/>
          </p:nvSpPr>
          <p:spPr>
            <a:xfrm>
              <a:off x="2655744" y="-174200"/>
              <a:ext cx="178153" cy="425055"/>
            </a:xfrm>
            <a:custGeom>
              <a:avLst/>
              <a:gdLst/>
              <a:ahLst/>
              <a:cxnLst/>
              <a:rect l="l" t="t" r="r" b="b"/>
              <a:pathLst>
                <a:path w="3646" h="8699" fill="none" extrusionOk="0">
                  <a:moveTo>
                    <a:pt x="3646" y="0"/>
                  </a:moveTo>
                  <a:lnTo>
                    <a:pt x="1" y="8698"/>
                  </a:lnTo>
                </a:path>
              </a:pathLst>
            </a:custGeom>
            <a:solidFill>
              <a:schemeClr val="lt1"/>
            </a:solidFill>
            <a:ln w="9525" cap="flat" cmpd="sng">
              <a:solidFill>
                <a:schemeClr val="dk2"/>
              </a:solidFill>
              <a:prstDash val="solid"/>
              <a:miter lim="19286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94" name="Google Shape;3594;p86"/>
          <p:cNvSpPr/>
          <p:nvPr/>
        </p:nvSpPr>
        <p:spPr>
          <a:xfrm rot="10800000" flipH="1">
            <a:off x="873954" y="2003240"/>
            <a:ext cx="639486" cy="1296623"/>
          </a:xfrm>
          <a:custGeom>
            <a:avLst/>
            <a:gdLst/>
            <a:ahLst/>
            <a:cxnLst/>
            <a:rect l="l" t="t" r="r" b="b"/>
            <a:pathLst>
              <a:path w="16883" h="34232" fill="none" extrusionOk="0">
                <a:moveTo>
                  <a:pt x="16882" y="34232"/>
                </a:moveTo>
                <a:cubicBezTo>
                  <a:pt x="7517" y="34109"/>
                  <a:pt x="1" y="26494"/>
                  <a:pt x="1" y="17129"/>
                </a:cubicBezTo>
                <a:cubicBezTo>
                  <a:pt x="1" y="7764"/>
                  <a:pt x="7517" y="124"/>
                  <a:pt x="16882" y="1"/>
                </a:cubicBezTo>
              </a:path>
            </a:pathLst>
          </a:custGeom>
          <a:noFill/>
          <a:ln w="85025" cap="flat" cmpd="sng">
            <a:solidFill>
              <a:schemeClr val="lt1"/>
            </a:solidFill>
            <a:prstDash val="solid"/>
            <a:miter lim="24644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595" name="Google Shape;3595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 flipH="1">
            <a:off x="6363112" y="2325750"/>
            <a:ext cx="7194375" cy="20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3596" name="Google Shape;3596;p86"/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7" name="Google Shape;3597;p86"/>
          <p:cNvSpPr/>
          <p:nvPr/>
        </p:nvSpPr>
        <p:spPr>
          <a:xfrm rot="-5400000">
            <a:off x="7837924" y="4715039"/>
            <a:ext cx="221100" cy="182100"/>
          </a:xfrm>
          <a:prstGeom prst="homePlate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8" name="Google Shape;3598;p86">
            <a:hlinkClick r:id="rId4" action="ppaction://hlinksldjump"/>
          </p:cNvPr>
          <p:cNvSpPr/>
          <p:nvPr/>
        </p:nvSpPr>
        <p:spPr>
          <a:xfrm>
            <a:off x="7770424" y="4641864"/>
            <a:ext cx="356100" cy="3561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9" name="Google Shape;3599;p86">
            <a:hlinkClick r:id="" action="ppaction://hlinkshowjump?jump=previousslide"/>
          </p:cNvPr>
          <p:cNvSpPr/>
          <p:nvPr/>
        </p:nvSpPr>
        <p:spPr>
          <a:xfrm>
            <a:off x="7462717" y="4728472"/>
            <a:ext cx="158147" cy="182899"/>
          </a:xfrm>
          <a:custGeom>
            <a:avLst/>
            <a:gdLst/>
            <a:ahLst/>
            <a:cxnLst/>
            <a:rect l="l" t="t" r="r" b="b"/>
            <a:pathLst>
              <a:path w="3453" h="3993" extrusionOk="0">
                <a:moveTo>
                  <a:pt x="3453" y="0"/>
                </a:moveTo>
                <a:lnTo>
                  <a:pt x="0" y="2006"/>
                </a:lnTo>
                <a:lnTo>
                  <a:pt x="3453" y="3993"/>
                </a:lnTo>
                <a:lnTo>
                  <a:pt x="345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0" name="Google Shape;3600;p86">
            <a:hlinkClick r:id="" action="ppaction://hlinkshowjump?jump=nextslide"/>
          </p:cNvPr>
          <p:cNvSpPr/>
          <p:nvPr/>
        </p:nvSpPr>
        <p:spPr>
          <a:xfrm flipH="1">
            <a:off x="8276954" y="4728472"/>
            <a:ext cx="157277" cy="182899"/>
          </a:xfrm>
          <a:custGeom>
            <a:avLst/>
            <a:gdLst/>
            <a:ahLst/>
            <a:cxnLst/>
            <a:rect l="l" t="t" r="r" b="b"/>
            <a:pathLst>
              <a:path w="3434" h="3993" extrusionOk="0">
                <a:moveTo>
                  <a:pt x="3434" y="0"/>
                </a:moveTo>
                <a:lnTo>
                  <a:pt x="1" y="2006"/>
                </a:lnTo>
                <a:lnTo>
                  <a:pt x="3434" y="3993"/>
                </a:lnTo>
                <a:lnTo>
                  <a:pt x="343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359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8" dur="1000" fill="hold"/>
                                        <p:tgtEl>
                                          <p:spTgt spid="35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/>
                                        <p:tgtEl>
                                          <p:spTgt spid="35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35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ata Science Project Proposal XL by Slidesgo">
  <a:themeElements>
    <a:clrScheme name="Simple Light">
      <a:dk1>
        <a:srgbClr val="0E0E0E"/>
      </a:dk1>
      <a:lt1>
        <a:srgbClr val="FFFFFF"/>
      </a:lt1>
      <a:dk2>
        <a:srgbClr val="72F49A"/>
      </a:dk2>
      <a:lt2>
        <a:srgbClr val="47A5F3"/>
      </a:lt2>
      <a:accent1>
        <a:srgbClr val="F341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366</Words>
  <Application>Microsoft Office PowerPoint</Application>
  <PresentationFormat>Affichage à l'écran (16:9)</PresentationFormat>
  <Paragraphs>89</Paragraphs>
  <Slides>16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Menlo</vt:lpstr>
      <vt:lpstr>Arial</vt:lpstr>
      <vt:lpstr>Anaheim</vt:lpstr>
      <vt:lpstr>Bai Jamjuree</vt:lpstr>
      <vt:lpstr>Aldrich</vt:lpstr>
      <vt:lpstr>Data Science Project Proposal XL by Slidesgo</vt:lpstr>
      <vt:lpstr>AFRITALENT</vt:lpstr>
      <vt:lpstr>Sommaire</vt:lpstr>
      <vt:lpstr>Contexte </vt:lpstr>
      <vt:lpstr>Présentation PowerPoint</vt:lpstr>
      <vt:lpstr>Choix de design (Typographie)</vt:lpstr>
      <vt:lpstr>Architecture (Arborescence) </vt:lpstr>
      <vt:lpstr>Capture d’ecran des pages</vt:lpstr>
      <vt:lpstr>Capture d’ecran des pages</vt:lpstr>
      <vt:lpstr>Points techniques (extrait codeJavaScript) </vt:lpstr>
      <vt:lpstr>Points techniques (Bootstrap &amp; CSS)</vt:lpstr>
      <vt:lpstr>GitHub</vt:lpstr>
      <vt:lpstr>Difficultés rencontrées </vt:lpstr>
      <vt:lpstr> Ressources utilisées et outils  </vt:lpstr>
      <vt:lpstr>  Démonstration   </vt:lpstr>
      <vt:lpstr> Conclusion et perspectives   </vt:lpstr>
      <vt:lpstr>Merci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</dc:title>
  <dc:creator>NDEYE_AMIE_THIAM</dc:creator>
  <cp:lastModifiedBy>LBC</cp:lastModifiedBy>
  <cp:revision>26</cp:revision>
  <dcterms:modified xsi:type="dcterms:W3CDTF">2026-06-15T22:31:26Z</dcterms:modified>
</cp:coreProperties>
</file>